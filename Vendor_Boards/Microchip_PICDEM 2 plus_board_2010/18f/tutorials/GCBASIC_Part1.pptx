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94" r:id="rId2"/>
    <p:sldId id="256" r:id="rId3"/>
    <p:sldId id="295" r:id="rId4"/>
    <p:sldId id="283" r:id="rId5"/>
    <p:sldId id="296" r:id="rId6"/>
    <p:sldId id="282" r:id="rId7"/>
    <p:sldId id="291" r:id="rId8"/>
    <p:sldId id="285" r:id="rId9"/>
    <p:sldId id="300" r:id="rId10"/>
    <p:sldId id="298" r:id="rId11"/>
    <p:sldId id="288" r:id="rId12"/>
    <p:sldId id="297" r:id="rId13"/>
    <p:sldId id="292" r:id="rId14"/>
    <p:sldId id="299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75" d="100"/>
          <a:sy n="75" d="100"/>
        </p:scale>
        <p:origin x="-756" y="-27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04/08/2026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yo5poUmnoA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 35chip Family</a:t>
            </a:r>
          </a:p>
          <a:p>
            <a:r>
              <a:rPr lang="en-GB" dirty="0" smtClean="0"/>
              <a:t>Part 1 – the basics – turn on an LED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1 – the basics – turn on an LED 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</a:t>
            </a:r>
            <a:r>
              <a:rPr lang="en-GB" dirty="0" smtClean="0"/>
              <a:t>is a high performance </a:t>
            </a:r>
            <a:r>
              <a:rPr lang="en-GB" dirty="0" smtClean="0"/>
              <a:t>PIC18</a:t>
            </a:r>
            <a:endParaRPr lang="en-GB" dirty="0" smtClean="0"/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 smtClean="0"/>
              <a:t>PIC18FxxQ35 </a:t>
            </a:r>
            <a:r>
              <a:rPr lang="en-GB" dirty="0" smtClean="0"/>
              <a:t>offers </a:t>
            </a:r>
            <a:r>
              <a:rPr lang="en-GB" dirty="0" smtClean="0"/>
              <a:t>28</a:t>
            </a:r>
            <a:r>
              <a:rPr lang="en-GB" dirty="0" smtClean="0"/>
              <a:t>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Install the hardware and make the board work </a:t>
            </a:r>
            <a:r>
              <a:rPr lang="en-GB" sz="1100" b="1" dirty="0" smtClean="0"/>
              <a:t>– make LEDs work</a:t>
            </a:r>
            <a:endParaRPr lang="en-GB" sz="1100" b="1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and AVR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18FxxQ35 </a:t>
            </a:r>
            <a:r>
              <a:rPr lang="en-GB" dirty="0" smtClean="0"/>
              <a:t>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Basic setup and flash the LED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8483" indent="-478483">
              <a:buFont typeface="+mj-lt"/>
              <a:buAutoNum type="arabicPeriod"/>
            </a:pPr>
            <a:r>
              <a:rPr lang="en-GB" dirty="0" smtClean="0"/>
              <a:t>Installed the GCBASIC software</a:t>
            </a:r>
          </a:p>
          <a:p>
            <a:pPr marL="300038" lvl="1" indent="0">
              <a:buNone/>
            </a:pPr>
            <a:r>
              <a:rPr lang="en-GB" dirty="0" smtClean="0">
                <a:hlinkClick r:id="rId3"/>
              </a:rPr>
              <a:t>https://www.youtube.com/watch?v=5yo5poUmnoA</a:t>
            </a:r>
            <a:endParaRPr lang="en-GB" dirty="0" smtClean="0"/>
          </a:p>
          <a:p>
            <a:pPr marL="478483" indent="-478483">
              <a:buFont typeface="+mj-lt"/>
              <a:buAutoNum type="arabicPeriod"/>
            </a:pPr>
            <a:r>
              <a:rPr lang="en-GB" dirty="0" smtClean="0"/>
              <a:t>Installed your programmer software</a:t>
            </a:r>
          </a:p>
          <a:p>
            <a:pPr marL="478483" indent="-478483">
              <a:buFont typeface="+mj-lt"/>
              <a:buAutoNum type="arabicPeriod"/>
            </a:pPr>
            <a:r>
              <a:rPr lang="en-GB" dirty="0" smtClean="0"/>
              <a:t>Test that you have the </a:t>
            </a:r>
            <a:r>
              <a:rPr lang="en-GB" dirty="0" smtClean="0"/>
              <a:t>18FxxQ35 </a:t>
            </a:r>
            <a:r>
              <a:rPr lang="en-GB" dirty="0" smtClean="0"/>
              <a:t>attached</a:t>
            </a:r>
          </a:p>
          <a:p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88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1000" dirty="0"/>
              <a:t>C:\</a:t>
            </a:r>
            <a:r>
              <a:rPr lang="en-GB" sz="1000" dirty="0" smtClean="0"/>
              <a:t>GCSTUDIO\GCBASIC\DEMOS\Vendor_Boards\Great_Cow_Basic_Demo_Board\18FxxQ35_Chiprange_Demonstrations</a:t>
            </a:r>
            <a:endParaRPr lang="en-GB" sz="1000" dirty="0"/>
          </a:p>
          <a:p>
            <a:endParaRPr lang="en-GB" dirty="0" smtClean="0"/>
          </a:p>
          <a:p>
            <a:r>
              <a:rPr lang="en-GB" dirty="0" smtClean="0"/>
              <a:t>Blink the LED</a:t>
            </a:r>
          </a:p>
          <a:p>
            <a:pPr lvl="1"/>
            <a:r>
              <a:rPr lang="en-GB" dirty="0" smtClean="0"/>
              <a:t>Direct addressing of register</a:t>
            </a:r>
          </a:p>
          <a:p>
            <a:r>
              <a:rPr lang="en-GB" dirty="0" smtClean="0"/>
              <a:t>Blink the LED</a:t>
            </a:r>
          </a:p>
          <a:p>
            <a:pPr lvl="1"/>
            <a:r>
              <a:rPr lang="en-GB" dirty="0" smtClean="0"/>
              <a:t>Introduce CONSTANTS</a:t>
            </a:r>
          </a:p>
          <a:p>
            <a:pPr lvl="2"/>
            <a:r>
              <a:rPr lang="en-GB" dirty="0" smtClean="0"/>
              <a:t>#DEFINE</a:t>
            </a:r>
          </a:p>
          <a:p>
            <a:pPr lvl="1"/>
            <a:r>
              <a:rPr lang="en-GB" dirty="0" smtClean="0"/>
              <a:t>GCBASIC commands</a:t>
            </a:r>
          </a:p>
          <a:p>
            <a:pPr lvl="2"/>
            <a:r>
              <a:rPr lang="en-GB" dirty="0" smtClean="0"/>
              <a:t>DIR</a:t>
            </a:r>
          </a:p>
          <a:p>
            <a:pPr lvl="2"/>
            <a:r>
              <a:rPr lang="en-GB" dirty="0" smtClean="0"/>
              <a:t>WAIT</a:t>
            </a:r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851363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840759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GCBASIC  for the </a:t>
            </a:r>
            <a:r>
              <a:rPr lang="en-GB" dirty="0" smtClean="0"/>
              <a:t>PIC18FxxQ35 </a:t>
            </a:r>
            <a:r>
              <a:rPr lang="en-GB" dirty="0" smtClean="0"/>
              <a:t>chip Family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64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1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14165</TotalTime>
  <Words>546</Words>
  <Application>Microsoft Office PowerPoint</Application>
  <PresentationFormat>On-screen Show (16:9)</PresentationFormat>
  <Paragraphs>99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Basic setup and flash the LED</vt:lpstr>
      <vt:lpstr>Hardware</vt:lpstr>
      <vt:lpstr>PowerPoint Presentation</vt:lpstr>
      <vt:lpstr>Workshop</vt:lpstr>
      <vt:lpstr>PowerPoint Presentation</vt:lpstr>
      <vt:lpstr>Videos...</vt:lpstr>
      <vt:lpstr>GCBASIC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733</cp:revision>
  <dcterms:created xsi:type="dcterms:W3CDTF">2019-01-08T20:03:06Z</dcterms:created>
  <dcterms:modified xsi:type="dcterms:W3CDTF">2026-08-04T13:14:30Z</dcterms:modified>
</cp:coreProperties>
</file>