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28" r:id="rId11"/>
    <p:sldId id="329" r:id="rId12"/>
    <p:sldId id="288" r:id="rId13"/>
    <p:sldId id="324" r:id="rId14"/>
    <p:sldId id="339" r:id="rId15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10/08/2026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7 – make the LEDs flash in a sequence with reverse</a:t>
            </a:r>
          </a:p>
        </p:txBody>
      </p:sp>
    </p:spTree>
    <p:extLst>
      <p:ext uri="{BB962C8B-B14F-4D97-AF65-F5344CB8AC3E}">
        <p14:creationId xmlns:p14="http://schemas.microsoft.com/office/powerpoint/2010/main" val="101371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7 – make the LEDs flash in a sequence with reverse</a:t>
            </a:r>
          </a:p>
        </p:txBody>
      </p:sp>
    </p:spTree>
    <p:extLst>
      <p:ext uri="{BB962C8B-B14F-4D97-AF65-F5344CB8AC3E}">
        <p14:creationId xmlns:p14="http://schemas.microsoft.com/office/powerpoint/2010/main" val="394997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54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555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61123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075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or</a:t>
            </a:r>
          </a:p>
          <a:p>
            <a:r>
              <a:rPr lang="en-GB" sz="1000" dirty="0"/>
              <a:t>9V battery, or hooks for a +5V, 100 mA regulated DC supply</a:t>
            </a:r>
          </a:p>
          <a:p>
            <a:r>
              <a:rPr lang="en-GB" sz="1000" dirty="0"/>
              <a:t>3. RS-232 socket and associated hardware for direct connection to an RS-232</a:t>
            </a:r>
          </a:p>
          <a:p>
            <a:r>
              <a:rPr lang="en-GB" sz="1000" dirty="0"/>
              <a:t>interface</a:t>
            </a: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such</a:t>
            </a:r>
          </a:p>
          <a:p>
            <a:r>
              <a:rPr lang="en-GB" sz="1000" dirty="0"/>
              <a:t>as 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</p:spTree>
    <p:extLst>
      <p:ext uri="{BB962C8B-B14F-4D97-AF65-F5344CB8AC3E}">
        <p14:creationId xmlns:p14="http://schemas.microsoft.com/office/powerpoint/2010/main" val="144073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8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23911"/>
            <a:ext cx="2659261" cy="226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899592" y="2643758"/>
            <a:ext cx="4792242" cy="917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91" y="1027701"/>
            <a:ext cx="3730427" cy="3854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635896" y="1563638"/>
            <a:ext cx="1296144" cy="1391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1714977" y="3418373"/>
            <a:ext cx="2520280" cy="1027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1714977" y="3507242"/>
            <a:ext cx="120719" cy="578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683568" y="3976984"/>
            <a:ext cx="1152128" cy="178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799003" y="1099709"/>
            <a:ext cx="3960440" cy="1655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555776" y="1531758"/>
            <a:ext cx="2664296" cy="1630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2975117" y="2741278"/>
            <a:ext cx="266941" cy="51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03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Pulling it all together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Output</a:t>
            </a:r>
          </a:p>
          <a:p>
            <a:pPr lvl="1"/>
            <a:r>
              <a:rPr lang="en-GB" dirty="0" smtClean="0"/>
              <a:t>LEDs rotating in sequence</a:t>
            </a:r>
          </a:p>
          <a:p>
            <a:r>
              <a:rPr lang="en-GB" dirty="0" smtClean="0"/>
              <a:t>Input</a:t>
            </a:r>
          </a:p>
          <a:p>
            <a:pPr lvl="1"/>
            <a:r>
              <a:rPr lang="en-GB" dirty="0" smtClean="0"/>
              <a:t>Switch to control direction of sequence</a:t>
            </a:r>
          </a:p>
          <a:p>
            <a:pPr lvl="1"/>
            <a:r>
              <a:rPr lang="en-GB" dirty="0" smtClean="0"/>
              <a:t>Using Master Clear as an input NOT as a reset</a:t>
            </a:r>
          </a:p>
          <a:p>
            <a:r>
              <a:rPr lang="en-GB" dirty="0" smtClean="0"/>
              <a:t>ADC </a:t>
            </a:r>
          </a:p>
          <a:p>
            <a:pPr lvl="1"/>
            <a:r>
              <a:rPr lang="en-GB" dirty="0" smtClean="0"/>
              <a:t>Read the value from the potentiometer</a:t>
            </a:r>
          </a:p>
          <a:p>
            <a:r>
              <a:rPr lang="en-GB" dirty="0" smtClean="0"/>
              <a:t>Time</a:t>
            </a:r>
          </a:p>
          <a:p>
            <a:pPr lvl="1"/>
            <a:r>
              <a:rPr lang="en-GB" dirty="0" smtClean="0"/>
              <a:t>Using WAIT that </a:t>
            </a:r>
            <a:r>
              <a:rPr lang="en-GB" dirty="0" smtClean="0"/>
              <a:t>is consistent </a:t>
            </a:r>
            <a:r>
              <a:rPr lang="en-GB" dirty="0" smtClean="0"/>
              <a:t>across all </a:t>
            </a:r>
            <a:r>
              <a:rPr lang="en-GB" dirty="0" err="1" smtClean="0"/>
              <a:t>mcu</a:t>
            </a:r>
            <a:r>
              <a:rPr lang="en-GB" dirty="0" smtClean="0"/>
              <a:t> frequencies</a:t>
            </a:r>
          </a:p>
          <a:p>
            <a:endParaRPr lang="en-GB" dirty="0" smtClean="0"/>
          </a:p>
          <a:p>
            <a:pPr lvl="1"/>
            <a:endParaRPr lang="en-GB" dirty="0" smtClean="0"/>
          </a:p>
          <a:p>
            <a:pPr lvl="2">
              <a:buNone/>
            </a:pPr>
            <a:endParaRPr lang="en-GB" i="1" dirty="0" smtClean="0"/>
          </a:p>
          <a:p>
            <a:pPr lvl="2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516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20072" y="46594"/>
            <a:ext cx="3038649" cy="4886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Tutorial overview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Initialise</a:t>
            </a:r>
          </a:p>
          <a:p>
            <a:r>
              <a:rPr lang="en-GB" dirty="0" smtClean="0"/>
              <a:t>Do forever</a:t>
            </a:r>
          </a:p>
          <a:p>
            <a:pPr lvl="1"/>
            <a:r>
              <a:rPr lang="en-GB" dirty="0" smtClean="0"/>
              <a:t>Read ADC</a:t>
            </a:r>
          </a:p>
          <a:p>
            <a:pPr lvl="1"/>
            <a:r>
              <a:rPr lang="en-GB" dirty="0" smtClean="0"/>
              <a:t>Determine if switch state changed</a:t>
            </a:r>
          </a:p>
          <a:p>
            <a:pPr lvl="1"/>
            <a:r>
              <a:rPr lang="en-GB" dirty="0" smtClean="0"/>
              <a:t>Set state of LEDs – left or right</a:t>
            </a:r>
          </a:p>
          <a:p>
            <a:pPr lvl="1"/>
            <a:r>
              <a:rPr lang="en-GB" dirty="0" smtClean="0"/>
              <a:t>Wait</a:t>
            </a:r>
          </a:p>
          <a:p>
            <a:r>
              <a:rPr lang="en-GB" dirty="0" smtClean="0"/>
              <a:t>Loop</a:t>
            </a:r>
          </a:p>
          <a:p>
            <a:pPr lvl="1">
              <a:buNone/>
            </a:pPr>
            <a:endParaRPr lang="en-GB" dirty="0" smtClean="0"/>
          </a:p>
          <a:p>
            <a:pPr lvl="1">
              <a:buNone/>
            </a:pPr>
            <a:endParaRPr lang="en-GB" dirty="0" smtClean="0"/>
          </a:p>
        </p:txBody>
      </p:sp>
      <p:sp>
        <p:nvSpPr>
          <p:cNvPr id="4" name="Flowchart: Alternate Process 3"/>
          <p:cNvSpPr/>
          <p:nvPr/>
        </p:nvSpPr>
        <p:spPr>
          <a:xfrm>
            <a:off x="5573202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73202" y="91556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Flash an LED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6365290" y="69954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8" idx="0"/>
          </p:cNvCxnSpPr>
          <p:nvPr/>
        </p:nvCxnSpPr>
        <p:spPr>
          <a:xfrm>
            <a:off x="6360820" y="2235200"/>
            <a:ext cx="4471" cy="264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Alternate Process 21"/>
          <p:cNvSpPr/>
          <p:nvPr/>
        </p:nvSpPr>
        <p:spPr>
          <a:xfrm>
            <a:off x="5573202" y="444395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Wait 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33" name="Flowchart: Alternate Process 32"/>
          <p:cNvSpPr/>
          <p:nvPr/>
        </p:nvSpPr>
        <p:spPr>
          <a:xfrm>
            <a:off x="7164288" y="3795886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State of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360236" y="2650356"/>
            <a:ext cx="10109" cy="1788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8" idx="3"/>
            <a:endCxn id="33" idx="0"/>
          </p:cNvCxnSpPr>
          <p:nvPr/>
        </p:nvCxnSpPr>
        <p:spPr>
          <a:xfrm>
            <a:off x="7044223" y="2787774"/>
            <a:ext cx="624121" cy="100811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3" idx="2"/>
            <a:endCxn id="22" idx="3"/>
          </p:cNvCxnSpPr>
          <p:nvPr/>
        </p:nvCxnSpPr>
        <p:spPr>
          <a:xfrm rot="5400000">
            <a:off x="7178835" y="4134469"/>
            <a:ext cx="468052" cy="5109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084168" y="3219822"/>
            <a:ext cx="524182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Left</a:t>
            </a:r>
            <a:endParaRPr lang="en-GB" dirty="0"/>
          </a:p>
        </p:txBody>
      </p:sp>
      <p:sp>
        <p:nvSpPr>
          <p:cNvPr id="50" name="TextBox 49"/>
          <p:cNvSpPr txBox="1"/>
          <p:nvPr/>
        </p:nvSpPr>
        <p:spPr>
          <a:xfrm>
            <a:off x="7438058" y="2400548"/>
            <a:ext cx="641073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Right</a:t>
            </a:r>
            <a:endParaRPr lang="en-GB" dirty="0"/>
          </a:p>
        </p:txBody>
      </p:sp>
      <p:sp>
        <p:nvSpPr>
          <p:cNvPr id="32" name="Flowchart: Alternate Process 31"/>
          <p:cNvSpPr/>
          <p:nvPr/>
        </p:nvSpPr>
        <p:spPr>
          <a:xfrm>
            <a:off x="5573202" y="150051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Do Forever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0800000">
            <a:off x="5580112" y="1707654"/>
            <a:ext cx="12700" cy="2943448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372200" y="127560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19"/>
          <p:cNvSpPr/>
          <p:nvPr/>
        </p:nvSpPr>
        <p:spPr>
          <a:xfrm>
            <a:off x="5868144" y="3795886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State of LEDs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5686358" y="2499742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Switch state changed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21" name="Flowchart: Alternate Process 20"/>
          <p:cNvSpPr/>
          <p:nvPr/>
        </p:nvSpPr>
        <p:spPr>
          <a:xfrm>
            <a:off x="5580112" y="200456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err="1" smtClean="0">
                <a:solidFill>
                  <a:schemeClr val="tx1"/>
                </a:solidFill>
              </a:rPr>
              <a:t>ReadADC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79110" y="177966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8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33207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7 – make the LEDs flash in a sequence with reverse</a:t>
            </a:r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364" y="4142283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886592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50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11979</TotalTime>
  <Words>797</Words>
  <Application>Microsoft Office PowerPoint</Application>
  <PresentationFormat>On-screen Show (16:9)</PresentationFormat>
  <Paragraphs>140</Paragraphs>
  <Slides>14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Pulling it all together </vt:lpstr>
      <vt:lpstr>Tutorial overview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744</cp:revision>
  <dcterms:created xsi:type="dcterms:W3CDTF">2019-01-08T20:03:06Z</dcterms:created>
  <dcterms:modified xsi:type="dcterms:W3CDTF">2026-08-10T06:45:18Z</dcterms:modified>
</cp:coreProperties>
</file>