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306" r:id="rId2"/>
    <p:sldId id="307" r:id="rId3"/>
    <p:sldId id="308" r:id="rId4"/>
    <p:sldId id="309" r:id="rId5"/>
    <p:sldId id="310" r:id="rId6"/>
    <p:sldId id="311" r:id="rId7"/>
    <p:sldId id="313" r:id="rId8"/>
    <p:sldId id="314" r:id="rId9"/>
    <p:sldId id="300" r:id="rId10"/>
    <p:sldId id="301" r:id="rId11"/>
    <p:sldId id="302" r:id="rId12"/>
    <p:sldId id="303" r:id="rId13"/>
    <p:sldId id="291" r:id="rId14"/>
    <p:sldId id="305" r:id="rId15"/>
    <p:sldId id="287" r:id="rId16"/>
    <p:sldId id="288" r:id="rId17"/>
    <p:sldId id="297" r:id="rId18"/>
    <p:sldId id="304" r:id="rId19"/>
    <p:sldId id="315" r:id="rId20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08/08/2026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08/08/2026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PIC18FxxQ35chip Family</a:t>
            </a:r>
          </a:p>
          <a:p>
            <a:r>
              <a:rPr lang="en-GB" dirty="0" smtClean="0"/>
              <a:t>Part 3 – using the ADC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524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3 – using the ADC 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483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698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834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797179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53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or</a:t>
            </a:r>
          </a:p>
          <a:p>
            <a:r>
              <a:rPr lang="en-GB" sz="1000" dirty="0"/>
              <a:t>9V battery, or hooks for a +5V, 100 mA regulated DC supply</a:t>
            </a:r>
          </a:p>
          <a:p>
            <a:r>
              <a:rPr lang="en-GB" sz="1000" dirty="0"/>
              <a:t>3. RS-232 socket and associated hardware for direct connection to an RS-232</a:t>
            </a:r>
          </a:p>
          <a:p>
            <a:r>
              <a:rPr lang="en-GB" sz="1000" dirty="0"/>
              <a:t>interface</a:t>
            </a: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such</a:t>
            </a:r>
          </a:p>
          <a:p>
            <a:r>
              <a:rPr lang="en-GB" sz="1000" dirty="0"/>
              <a:t>as SPI or I2C™</a:t>
            </a:r>
          </a:p>
          <a:p>
            <a:r>
              <a:rPr lang="en-GB" sz="1000" b="1" u="sng" dirty="0">
                <a:solidFill>
                  <a:srgbClr val="FF0000"/>
                </a:solidFill>
              </a:rPr>
              <a:t>6. 5 </a:t>
            </a:r>
            <a:r>
              <a:rPr lang="en-GB" sz="1000" b="1" u="sng" dirty="0" smtClean="0">
                <a:solidFill>
                  <a:srgbClr val="FF0000"/>
                </a:solidFill>
              </a:rPr>
              <a:t>k </a:t>
            </a:r>
            <a:r>
              <a:rPr lang="en-GB" sz="1000" b="1" u="sng" dirty="0">
                <a:solidFill>
                  <a:srgbClr val="FF0000"/>
                </a:solidFill>
              </a:rPr>
              <a:t>pot for devices with </a:t>
            </a:r>
            <a:r>
              <a:rPr lang="en-GB" sz="1000" b="1" u="sng" dirty="0" err="1">
                <a:solidFill>
                  <a:srgbClr val="FF0000"/>
                </a:solidFill>
              </a:rPr>
              <a:t>analog</a:t>
            </a:r>
            <a:r>
              <a:rPr lang="en-GB" sz="1000" b="1" u="sng" dirty="0">
                <a:solidFill>
                  <a:srgbClr val="FF0000"/>
                </a:solidFill>
              </a:rPr>
              <a:t> inputs</a:t>
            </a:r>
          </a:p>
          <a:p>
            <a:r>
              <a:rPr lang="en-GB" sz="1000" dirty="0"/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>
                <a:solidFill>
                  <a:srgbClr val="FF0000"/>
                </a:solidFill>
              </a:rPr>
              <a:t>9. </a:t>
            </a:r>
            <a:r>
              <a:rPr lang="en-GB" sz="1000" b="1" u="sng" dirty="0">
                <a:solidFill>
                  <a:srgbClr val="FF0000"/>
                </a:solidFill>
              </a:rPr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</p:spTree>
    <p:extLst>
      <p:ext uri="{BB962C8B-B14F-4D97-AF65-F5344CB8AC3E}">
        <p14:creationId xmlns:p14="http://schemas.microsoft.com/office/powerpoint/2010/main" val="204434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2267743" y="1779662"/>
            <a:ext cx="819085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7426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configure the ADC, run a conversion, read the </a:t>
            </a:r>
            <a:r>
              <a:rPr lang="en-GB" dirty="0" err="1" smtClean="0"/>
              <a:t>analog</a:t>
            </a:r>
            <a:r>
              <a:rPr lang="en-GB" dirty="0" smtClean="0"/>
              <a:t> voltage controlled by the potentiometer on the board, and display the results on the LEDs.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828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57014"/>
            <a:ext cx="5400600" cy="990600"/>
          </a:xfrm>
        </p:spPr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sp>
        <p:nvSpPr>
          <p:cNvPr id="5" name="AutoShape 4" descr="Uploaded imag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AutoShape 6" descr="Uploaded imag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AutoShape 8" descr="image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115" y="1454023"/>
            <a:ext cx="3407718" cy="2898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60815" y="470079"/>
            <a:ext cx="2088233" cy="4040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1403648" y="1347614"/>
            <a:ext cx="3240360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2771800" y="1689098"/>
            <a:ext cx="1296144" cy="7386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899592" y="2643758"/>
            <a:ext cx="4792242" cy="917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794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12360" y="195487"/>
            <a:ext cx="1167210" cy="1394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850052" y="1657742"/>
            <a:ext cx="5522148" cy="32316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 smtClean="0"/>
              <a:t>GCBASIC completes the initialisation</a:t>
            </a:r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Create a variable to store the ADC results </a:t>
            </a:r>
          </a:p>
          <a:p>
            <a:pPr marL="342900" indent="-342900">
              <a:buFont typeface="+mj-lt"/>
              <a:buAutoNum type="arabicPeriod"/>
            </a:pPr>
            <a:endParaRPr lang="en-GB" dirty="0" smtClean="0"/>
          </a:p>
          <a:p>
            <a:pPr marL="342900" indent="-342900">
              <a:buFont typeface="+mj-lt"/>
              <a:buAutoNum type="arabicPeriod"/>
            </a:pPr>
            <a:r>
              <a:rPr lang="en-GB" dirty="0" smtClean="0"/>
              <a:t>Read the ADC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dirty="0" smtClean="0"/>
              <a:t>GCBASIC makes the process easy via the </a:t>
            </a:r>
            <a:r>
              <a:rPr lang="en-GB" dirty="0" err="1" smtClean="0"/>
              <a:t>ReadADC</a:t>
            </a:r>
            <a:r>
              <a:rPr lang="en-GB" dirty="0" smtClean="0"/>
              <a:t>()</a:t>
            </a:r>
          </a:p>
          <a:p>
            <a:pPr marL="825368" lvl="1" indent="-400050">
              <a:buFont typeface="+mj-lt"/>
              <a:buAutoNum type="romanUcPeriod"/>
            </a:pPr>
            <a:r>
              <a:rPr lang="en-GB" dirty="0" err="1" smtClean="0"/>
              <a:t>ReadADC</a:t>
            </a:r>
            <a:r>
              <a:rPr lang="en-GB" dirty="0" smtClean="0"/>
              <a:t> returns a value of 0 to 255</a:t>
            </a:r>
          </a:p>
          <a:p>
            <a:pPr marL="825368" lvl="1" indent="-400050">
              <a:buFont typeface="+mj-lt"/>
              <a:buAutoNum type="romanUcPeriod"/>
            </a:pPr>
            <a:endParaRPr lang="en-GB" dirty="0" smtClean="0"/>
          </a:p>
          <a:p>
            <a:pPr marL="400050" indent="-400050">
              <a:buFont typeface="+mj-lt"/>
              <a:buAutoNum type="arabicPeriod"/>
            </a:pPr>
            <a:r>
              <a:rPr lang="en-GB" dirty="0" smtClean="0"/>
              <a:t>Set the LEDs</a:t>
            </a:r>
          </a:p>
          <a:p>
            <a:pPr marL="400050" indent="-400050">
              <a:buFont typeface="+mj-lt"/>
              <a:buAutoNum type="arabicPeriod"/>
            </a:pPr>
            <a:endParaRPr lang="en-GB" dirty="0" smtClean="0"/>
          </a:p>
          <a:p>
            <a:pPr marL="400050" indent="-400050">
              <a:buFont typeface="+mj-lt"/>
              <a:buAutoNum type="arabicPeriod"/>
            </a:pPr>
            <a:r>
              <a:rPr lang="en-GB" dirty="0" smtClean="0"/>
              <a:t>Do it again….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434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85064" tIns="42531" rIns="85064" bIns="42531" rtlCol="0" anchor="t">
            <a:normAutofit/>
          </a:bodyPr>
          <a:lstStyle/>
          <a:p>
            <a:pPr algn="l"/>
            <a:r>
              <a:rPr lang="en-GB" dirty="0" err="1" smtClean="0"/>
              <a:t>Analog</a:t>
            </a:r>
            <a:r>
              <a:rPr lang="en-GB" dirty="0" smtClean="0"/>
              <a:t>-to-Digital</a:t>
            </a:r>
            <a:endParaRPr lang="en-GB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92196" y="51470"/>
            <a:ext cx="3975522" cy="4751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1597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GCBASIC software</a:t>
            </a:r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18F46Q35 attached</a:t>
            </a:r>
          </a:p>
          <a:p>
            <a:pPr marL="778521" lvl="1" indent="-478483"/>
            <a:r>
              <a:rPr lang="en-GB" dirty="0" smtClean="0"/>
              <a:t>You have the 4 LEDs operating</a:t>
            </a:r>
          </a:p>
          <a:p>
            <a:pPr marL="778521" lvl="1" indent="-478483"/>
            <a:r>
              <a:rPr lang="en-GB" dirty="0" smtClean="0"/>
              <a:t>You have a POT connected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Hardware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Prototype Board</a:t>
            </a:r>
            <a:endParaRPr lang="en-GB" dirty="0"/>
          </a:p>
          <a:p>
            <a:r>
              <a:rPr lang="en-GB" dirty="0" smtClean="0"/>
              <a:t>Power 5v0</a:t>
            </a:r>
          </a:p>
          <a:p>
            <a:r>
              <a:rPr lang="en-GB" dirty="0" smtClean="0"/>
              <a:t>Programmer</a:t>
            </a:r>
          </a:p>
          <a:p>
            <a:r>
              <a:rPr lang="en-GB" dirty="0" smtClean="0"/>
              <a:t>LEDs &amp; resistors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123728" y="1635646"/>
            <a:ext cx="5328592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------------PORTA---------------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Bit#:  -7---6---5---4---3---2---1---0---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----------------------------ADC--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---------------------------------</a:t>
            </a:r>
          </a:p>
          <a:p>
            <a:endParaRPr lang="it-IT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------------PORTB----------------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Bit#:  -7---6---5---4---3---2---1---0---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----------------LED-LED-LED-LED--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---------------------------------</a:t>
            </a:r>
          </a:p>
          <a:p>
            <a:endParaRPr lang="it-IT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------------PORTC----------------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Bit#:  -7---6---5---4---3---2---1---0---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---------------------------------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---------------------------------</a:t>
            </a:r>
          </a:p>
          <a:p>
            <a:endParaRPr lang="it-IT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------------PORTD----------------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Bit#:  -7---6---5---4---3---2---1---0---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---------------------------------</a:t>
            </a:r>
          </a:p>
          <a:p>
            <a:r>
              <a:rPr lang="it-IT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IO:    ---------------------------------</a:t>
            </a:r>
            <a:endParaRPr lang="en-GB" sz="11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561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771" y="1786855"/>
            <a:ext cx="6447501" cy="2744167"/>
          </a:xfrm>
        </p:spPr>
        <p:txBody>
          <a:bodyPr/>
          <a:lstStyle/>
          <a:p>
            <a:r>
              <a:rPr lang="en-GB" dirty="0" smtClean="0"/>
              <a:t>Read the ADC to set the LEDs</a:t>
            </a:r>
          </a:p>
          <a:p>
            <a:endParaRPr lang="en-GB" dirty="0"/>
          </a:p>
          <a:p>
            <a:r>
              <a:rPr lang="en-GB" dirty="0" smtClean="0"/>
              <a:t>Uses</a:t>
            </a:r>
          </a:p>
          <a:p>
            <a:pPr lvl="1"/>
            <a:r>
              <a:rPr lang="en-GB" dirty="0" smtClean="0"/>
              <a:t>A Byte variable</a:t>
            </a:r>
          </a:p>
          <a:p>
            <a:pPr lvl="1"/>
            <a:r>
              <a:rPr lang="en-GB" dirty="0" smtClean="0"/>
              <a:t>Simple logic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88887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7"/>
          <a:stretch/>
        </p:blipFill>
        <p:spPr bwMode="auto">
          <a:xfrm>
            <a:off x="2195736" y="406400"/>
            <a:ext cx="4680520" cy="4481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181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3 – using the ADC 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377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13277</TotalTime>
  <Words>939</Words>
  <Application>Microsoft Office PowerPoint</Application>
  <PresentationFormat>On-screen Show (16:9)</PresentationFormat>
  <Paragraphs>164</Paragraphs>
  <Slides>19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PowerPoint Presentation</vt:lpstr>
      <vt:lpstr>PowerPoint Presentation</vt:lpstr>
      <vt:lpstr>Analog-to-Digital</vt:lpstr>
      <vt:lpstr>Analog-to-Digital</vt:lpstr>
      <vt:lpstr>Analog-to-Digital</vt:lpstr>
      <vt:lpstr>Analog-to-Digital</vt:lpstr>
      <vt:lpstr>Prerequisites </vt:lpstr>
      <vt:lpstr>Hardware</vt:lpstr>
      <vt:lpstr>Workshop</vt:lpstr>
      <vt:lpstr>PowerPoint Presentation</vt:lpstr>
      <vt:lpstr>Videos...</vt:lpstr>
      <vt:lpstr>PowerPoint Presentation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736</cp:revision>
  <dcterms:created xsi:type="dcterms:W3CDTF">2019-01-08T20:03:06Z</dcterms:created>
  <dcterms:modified xsi:type="dcterms:W3CDTF">2026-08-08T14:18:33Z</dcterms:modified>
</cp:coreProperties>
</file>