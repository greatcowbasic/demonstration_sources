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94" r:id="rId2"/>
    <p:sldId id="256" r:id="rId3"/>
    <p:sldId id="295" r:id="rId4"/>
    <p:sldId id="364" r:id="rId5"/>
    <p:sldId id="365" r:id="rId6"/>
    <p:sldId id="358" r:id="rId7"/>
    <p:sldId id="359" r:id="rId8"/>
    <p:sldId id="360" r:id="rId9"/>
    <p:sldId id="361" r:id="rId10"/>
    <p:sldId id="367" r:id="rId11"/>
    <p:sldId id="362" r:id="rId12"/>
    <p:sldId id="366" r:id="rId13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80" d="100"/>
          <a:sy n="80" d="100"/>
        </p:scale>
        <p:origin x="-2520" y="-15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eatCowBASIC/Demonstration_Sources/tree/main/Vendor_Boards/Microchip_PICDEM%202%20plus_board_2010/18f/tutorials" TargetMode="External"/><Relationship Id="rId2" Type="http://schemas.openxmlformats.org/officeDocument/2006/relationships/hyperlink" Target="https://github.com/GreatCowBASIC/Demonstration_Sources/tree/main/Vendor_Boards/Microchip_PICDEM%202%20plus_board_2010/18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</a:t>
            </a:r>
          </a:p>
          <a:p>
            <a:pPr marL="538163" indent="-538163"/>
            <a:r>
              <a:rPr lang="en-GB" dirty="0" smtClean="0"/>
              <a:t>Part 20 - 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</a:t>
            </a:r>
          </a:p>
          <a:p>
            <a:r>
              <a:rPr lang="en-GB" dirty="0" smtClean="0"/>
              <a:t>Part 20 - Summary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8/27/2026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18FxxQ35  </a:t>
            </a:r>
            <a:r>
              <a:rPr lang="en-GB" dirty="0"/>
              <a:t>is a high performance PIC16</a:t>
            </a:r>
          </a:p>
          <a:p>
            <a:pPr marL="342900" lvl="1" indent="0">
              <a:buNone/>
            </a:pPr>
            <a:r>
              <a:rPr lang="en-GB" b="1" dirty="0" smtClean="0"/>
              <a:t>8Digital </a:t>
            </a:r>
            <a:r>
              <a:rPr lang="en-GB" b="1" dirty="0"/>
              <a:t>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</a:t>
            </a:r>
            <a:r>
              <a:rPr lang="en-GB" dirty="0" smtClean="0"/>
              <a:t>amplification</a:t>
            </a:r>
          </a:p>
          <a:p>
            <a:pPr lvl="1"/>
            <a:r>
              <a:rPr lang="en-GB" b="1" dirty="0" smtClean="0"/>
              <a:t>And, more…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 smtClean="0"/>
              <a:t>18FxxQ35 </a:t>
            </a:r>
            <a:r>
              <a:rPr lang="en-GB" dirty="0"/>
              <a:t>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5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</a:t>
            </a:r>
            <a:r>
              <a:rPr lang="en-GB" sz="1100" dirty="0"/>
              <a:t>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Debugging</a:t>
            </a:r>
            <a:endParaRPr lang="en-GB" sz="11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412857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339502"/>
            <a:ext cx="8229601" cy="857250"/>
          </a:xfrm>
        </p:spPr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779912" y="2043487"/>
            <a:ext cx="3960440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14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6480720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6660232" y="27372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ASM 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/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8537" y="1948959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1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/>
          <a:lstStyle/>
          <a:p>
            <a:pPr algn="l"/>
            <a:r>
              <a:rPr lang="en-GB" dirty="0" smtClean="0"/>
              <a:t>Compiler options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932476" y="1554068"/>
            <a:ext cx="12557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PIC-AS, MPASM, </a:t>
            </a:r>
          </a:p>
          <a:p>
            <a:pPr algn="ctr"/>
            <a:r>
              <a:rPr lang="en-GB" sz="1200" dirty="0" smtClean="0"/>
              <a:t>MPLAB-IDE,</a:t>
            </a:r>
          </a:p>
          <a:p>
            <a:pPr algn="ctr"/>
            <a:r>
              <a:rPr lang="en-GB" sz="1200" dirty="0" smtClean="0"/>
              <a:t>GPASM, AVRASM2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  <a:endCxn id="20" idx="2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5806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Capability Review</a:t>
            </a:r>
            <a:endParaRPr lang="en-GB" dirty="0"/>
          </a:p>
        </p:txBody>
      </p:sp>
      <p:pic>
        <p:nvPicPr>
          <p:cNvPr id="2052" name="Picture 4" descr="C:\Users\admin\Downloads\Copilot_20260826_092132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0"/>
          <a:stretch/>
        </p:blipFill>
        <p:spPr bwMode="auto">
          <a:xfrm>
            <a:off x="755576" y="1004111"/>
            <a:ext cx="6912768" cy="413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84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Tutorial Review</a:t>
            </a:r>
            <a:endParaRPr lang="en-GB" dirty="0"/>
          </a:p>
        </p:txBody>
      </p:sp>
      <p:pic>
        <p:nvPicPr>
          <p:cNvPr id="1028" name="Picture 4" descr="C:\Users\admin\Downloads\Copilot_20260827_08535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5" b="1525"/>
          <a:stretch/>
        </p:blipFill>
        <p:spPr bwMode="auto">
          <a:xfrm>
            <a:off x="611560" y="960851"/>
            <a:ext cx="6817940" cy="398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26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Tutorial source code</a:t>
            </a:r>
          </a:p>
          <a:p>
            <a:pPr lvl="1">
              <a:buNone/>
            </a:pPr>
            <a:r>
              <a:rPr lang="en-GB" sz="900" u="sng" dirty="0" smtClean="0">
                <a:hlinkClick r:id="rId2"/>
              </a:rPr>
              <a:t>https://github.com/GreatCowBASIC/Demonstration_Sources/tree/main/Vendor_Boards/Microchip_PICDEM%202%20plus_board_2010/18f</a:t>
            </a:r>
            <a:endParaRPr lang="en-GB" sz="900" u="sng" dirty="0" smtClean="0"/>
          </a:p>
          <a:p>
            <a:pPr marL="318988" lvl="1" indent="-318988">
              <a:buFont typeface="Arial" pitchFamily="34" charset="0"/>
              <a:buChar char="•"/>
            </a:pPr>
            <a:r>
              <a:rPr lang="en-GB" sz="3000" dirty="0" smtClean="0"/>
              <a:t>Tutorial </a:t>
            </a:r>
            <a:r>
              <a:rPr lang="en-GB" sz="3000" dirty="0" smtClean="0"/>
              <a:t>presentations</a:t>
            </a:r>
          </a:p>
          <a:p>
            <a:pPr lvl="1">
              <a:buNone/>
            </a:pPr>
            <a:r>
              <a:rPr lang="en-GB" sz="900" u="sng" dirty="0" smtClean="0">
                <a:hlinkClick r:id="rId3"/>
              </a:rPr>
              <a:t>https://github.com/GreatCowBASIC/Demonstration_Sources/tree/main/Vendor_Boards/Microchip_PICDEM%202%20plus_board_2010/18f/tutorials</a:t>
            </a:r>
            <a:endParaRPr lang="en-GB" sz="900" u="sng" dirty="0"/>
          </a:p>
        </p:txBody>
      </p:sp>
    </p:spTree>
    <p:extLst>
      <p:ext uri="{BB962C8B-B14F-4D97-AF65-F5344CB8AC3E}">
        <p14:creationId xmlns:p14="http://schemas.microsoft.com/office/powerpoint/2010/main" val="397385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</a:t>
            </a:r>
          </a:p>
          <a:p>
            <a:pPr marL="538163" indent="-538163"/>
            <a:r>
              <a:rPr lang="en-GB" dirty="0" smtClean="0"/>
              <a:t>The end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245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15316</TotalTime>
  <Words>422</Words>
  <Application>Microsoft Office PowerPoint</Application>
  <PresentationFormat>On-screen Show (16:9)</PresentationFormat>
  <Paragraphs>102</Paragraphs>
  <Slides>12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The core compiler</vt:lpstr>
      <vt:lpstr>Compiler options</vt:lpstr>
      <vt:lpstr>Capability Review</vt:lpstr>
      <vt:lpstr>Tutorial Review</vt:lpstr>
      <vt:lpstr>Resources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793</cp:revision>
  <dcterms:created xsi:type="dcterms:W3CDTF">2019-01-08T20:03:06Z</dcterms:created>
  <dcterms:modified xsi:type="dcterms:W3CDTF">2026-08-27T08:03:53Z</dcterms:modified>
</cp:coreProperties>
</file>