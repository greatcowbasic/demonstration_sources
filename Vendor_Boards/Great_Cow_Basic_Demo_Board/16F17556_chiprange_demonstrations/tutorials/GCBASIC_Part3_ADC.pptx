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94" r:id="rId2"/>
    <p:sldId id="256" r:id="rId3"/>
    <p:sldId id="295" r:id="rId4"/>
    <p:sldId id="306" r:id="rId5"/>
    <p:sldId id="296" r:id="rId6"/>
    <p:sldId id="282" r:id="rId7"/>
    <p:sldId id="300" r:id="rId8"/>
    <p:sldId id="301" r:id="rId9"/>
    <p:sldId id="302" r:id="rId10"/>
    <p:sldId id="303" r:id="rId11"/>
    <p:sldId id="291" r:id="rId12"/>
    <p:sldId id="305" r:id="rId13"/>
    <p:sldId id="287" r:id="rId14"/>
    <p:sldId id="288" r:id="rId15"/>
    <p:sldId id="297" r:id="rId16"/>
    <p:sldId id="299" r:id="rId17"/>
    <p:sldId id="304" r:id="rId18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>
        <p:scale>
          <a:sx n="156" d="100"/>
          <a:sy n="156" d="100"/>
        </p:scale>
        <p:origin x="-330" y="-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23/11/2025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23/11/2025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3 - read the ADC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3 - read the ADC 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01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057" y="3943142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940152" y="4384422"/>
            <a:ext cx="52791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11/23/2025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01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057" y="3943142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PIC16165xx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117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7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39394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 and AVR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We configure the ADC, run a conversion, read the </a:t>
            </a:r>
            <a:r>
              <a:rPr lang="en-GB" dirty="0" err="1" smtClean="0"/>
              <a:t>analog</a:t>
            </a:r>
            <a:r>
              <a:rPr lang="en-GB" dirty="0" smtClean="0"/>
              <a:t> voltage controlled by the potentiometer on the board, and display the results on the LEDs.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828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59960" t="35915"/>
          <a:stretch/>
        </p:blipFill>
        <p:spPr bwMode="auto">
          <a:xfrm>
            <a:off x="4716016" y="2584450"/>
            <a:ext cx="3489960" cy="1949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Oval 5"/>
          <p:cNvSpPr/>
          <p:nvPr/>
        </p:nvSpPr>
        <p:spPr>
          <a:xfrm>
            <a:off x="6876256" y="2787774"/>
            <a:ext cx="1547664" cy="15121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5580112" y="2525514"/>
            <a:ext cx="1368152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5262563" y="2986089"/>
            <a:ext cx="2381250" cy="95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25" name="Group 24"/>
          <p:cNvGrpSpPr/>
          <p:nvPr/>
        </p:nvGrpSpPr>
        <p:grpSpPr>
          <a:xfrm>
            <a:off x="547911" y="1506852"/>
            <a:ext cx="4384129" cy="2950848"/>
            <a:chOff x="1043608" y="1506852"/>
            <a:chExt cx="4384129" cy="2950848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1533525"/>
              <a:ext cx="1476375" cy="292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912" y="1506852"/>
              <a:ext cx="1647825" cy="2950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2555776" y="1563638"/>
              <a:ext cx="1152128" cy="28940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515615" y="1707654"/>
            <a:ext cx="2120528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ADC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94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12360" y="195487"/>
            <a:ext cx="1167210" cy="1394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50052" y="1657742"/>
            <a:ext cx="5522148" cy="32316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 smtClean="0"/>
              <a:t>GCBASIC completes the initialisation</a:t>
            </a:r>
          </a:p>
          <a:p>
            <a:pPr marL="342900" indent="-342900">
              <a:buFont typeface="+mj-lt"/>
              <a:buAutoNum type="arabicPeriod"/>
            </a:pPr>
            <a:endParaRPr lang="en-GB" dirty="0" smtClean="0"/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Create a variable to store the ADC results </a:t>
            </a:r>
          </a:p>
          <a:p>
            <a:pPr marL="342900" indent="-342900">
              <a:buFont typeface="+mj-lt"/>
              <a:buAutoNum type="arabicPeriod"/>
            </a:pPr>
            <a:endParaRPr lang="en-GB" dirty="0" smtClean="0"/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Read the ADC</a:t>
            </a:r>
          </a:p>
          <a:p>
            <a:pPr marL="825368" lvl="1" indent="-400050">
              <a:buFont typeface="+mj-lt"/>
              <a:buAutoNum type="romanUcPeriod"/>
            </a:pPr>
            <a:r>
              <a:rPr lang="en-GB" dirty="0" smtClean="0"/>
              <a:t>GCBASIC makes the process easy via the </a:t>
            </a:r>
            <a:r>
              <a:rPr lang="en-GB" dirty="0" err="1" smtClean="0"/>
              <a:t>ReadADC</a:t>
            </a:r>
            <a:r>
              <a:rPr lang="en-GB" dirty="0" smtClean="0"/>
              <a:t>()</a:t>
            </a:r>
          </a:p>
          <a:p>
            <a:pPr marL="825368" lvl="1" indent="-400050">
              <a:buFont typeface="+mj-lt"/>
              <a:buAutoNum type="romanUcPeriod"/>
            </a:pPr>
            <a:r>
              <a:rPr lang="en-GB" dirty="0" err="1" smtClean="0"/>
              <a:t>ReadADC</a:t>
            </a:r>
            <a:r>
              <a:rPr lang="en-GB" dirty="0" smtClean="0"/>
              <a:t> returns a value of 0 to 255</a:t>
            </a:r>
          </a:p>
          <a:p>
            <a:pPr marL="825368" lvl="1" indent="-400050">
              <a:buFont typeface="+mj-lt"/>
              <a:buAutoNum type="romanUcPeriod"/>
            </a:pPr>
            <a:endParaRPr lang="en-GB" dirty="0" smtClean="0"/>
          </a:p>
          <a:p>
            <a:pPr marL="400050" indent="-400050">
              <a:buFont typeface="+mj-lt"/>
              <a:buAutoNum type="arabicPeriod"/>
            </a:pPr>
            <a:r>
              <a:rPr lang="en-GB" dirty="0" smtClean="0"/>
              <a:t>Set the LEDs</a:t>
            </a:r>
          </a:p>
          <a:p>
            <a:pPr marL="400050" indent="-400050">
              <a:buFont typeface="+mj-lt"/>
              <a:buAutoNum type="arabicPeriod"/>
            </a:pPr>
            <a:endParaRPr lang="en-GB" dirty="0" smtClean="0"/>
          </a:p>
          <a:p>
            <a:pPr marL="400050" indent="-400050">
              <a:buFont typeface="+mj-lt"/>
              <a:buAutoNum type="arabicPeriod"/>
            </a:pPr>
            <a:r>
              <a:rPr lang="en-GB" dirty="0" smtClean="0"/>
              <a:t>Do it again….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543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92196" y="51470"/>
            <a:ext cx="3975522" cy="4751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1597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16F175xx 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123728" y="1635646"/>
            <a:ext cx="532859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''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IO:   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----------------------------ADC--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''-----------------------------------------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''-----------------------------------------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------------------PORTC-----------------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IO:    ---------------LED--LED-LED-LED--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''-----------------------------------------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56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Workshop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771" y="1786855"/>
            <a:ext cx="6447501" cy="2744167"/>
          </a:xfrm>
        </p:spPr>
        <p:txBody>
          <a:bodyPr/>
          <a:lstStyle/>
          <a:p>
            <a:r>
              <a:rPr lang="en-GB" dirty="0" smtClean="0"/>
              <a:t>Read the ADC to set the LEDs</a:t>
            </a:r>
          </a:p>
          <a:p>
            <a:endParaRPr lang="en-GB" dirty="0"/>
          </a:p>
          <a:p>
            <a:r>
              <a:rPr lang="en-GB" dirty="0" smtClean="0"/>
              <a:t>Uses</a:t>
            </a:r>
          </a:p>
          <a:p>
            <a:pPr lvl="1"/>
            <a:r>
              <a:rPr lang="en-GB" dirty="0" smtClean="0"/>
              <a:t>A Byte variable</a:t>
            </a:r>
          </a:p>
          <a:p>
            <a:pPr lvl="1"/>
            <a:r>
              <a:rPr lang="en-GB" dirty="0" smtClean="0"/>
              <a:t>Simple logic</a:t>
            </a:r>
          </a:p>
          <a:p>
            <a:pPr lvl="1"/>
            <a:endParaRPr lang="en-GB" dirty="0" smtClean="0"/>
          </a:p>
          <a:p>
            <a:pPr lvl="2"/>
            <a:endParaRPr lang="en-GB" dirty="0" smtClean="0"/>
          </a:p>
          <a:p>
            <a:pPr lvl="2"/>
            <a:endParaRPr lang="en-GB" dirty="0" smtClean="0"/>
          </a:p>
          <a:p>
            <a:pPr lvl="1"/>
            <a:endParaRPr lang="en-GB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7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88887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3 - read the ADC 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801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057" y="3943142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49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86505"/>
            <a:ext cx="4680520" cy="4701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81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13172</TotalTime>
  <Words>611</Words>
  <Application>Microsoft Office PowerPoint</Application>
  <PresentationFormat>On-screen Show (16:9)</PresentationFormat>
  <Paragraphs>134</Paragraphs>
  <Slides>17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Analog-to-Digital</vt:lpstr>
      <vt:lpstr>Analog-to-Digital</vt:lpstr>
      <vt:lpstr>Analog-to-Digital</vt:lpstr>
      <vt:lpstr>Analog-to-Digital</vt:lpstr>
      <vt:lpstr>Prerequisites </vt:lpstr>
      <vt:lpstr>Hardware</vt:lpstr>
      <vt:lpstr>Workshop</vt:lpstr>
      <vt:lpstr>PowerPoint Presentation</vt:lpstr>
      <vt:lpstr>Videos...</vt:lpstr>
      <vt:lpstr>GCBASIC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731</cp:revision>
  <dcterms:created xsi:type="dcterms:W3CDTF">2019-01-08T20:03:06Z</dcterms:created>
  <dcterms:modified xsi:type="dcterms:W3CDTF">2025-11-23T11:41:24Z</dcterms:modified>
</cp:coreProperties>
</file>