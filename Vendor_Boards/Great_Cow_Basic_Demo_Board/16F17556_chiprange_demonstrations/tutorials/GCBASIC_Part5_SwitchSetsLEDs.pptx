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handoutMasterIdLst>
    <p:handoutMasterId r:id="rId17"/>
  </p:handoutMasterIdLst>
  <p:sldIdLst>
    <p:sldId id="294" r:id="rId2"/>
    <p:sldId id="256" r:id="rId3"/>
    <p:sldId id="295" r:id="rId4"/>
    <p:sldId id="296" r:id="rId5"/>
    <p:sldId id="329" r:id="rId6"/>
    <p:sldId id="291" r:id="rId7"/>
    <p:sldId id="326" r:id="rId8"/>
    <p:sldId id="327" r:id="rId9"/>
    <p:sldId id="321" r:id="rId10"/>
    <p:sldId id="322" r:id="rId11"/>
    <p:sldId id="288" r:id="rId12"/>
    <p:sldId id="323" r:id="rId13"/>
    <p:sldId id="305" r:id="rId14"/>
    <p:sldId id="320" r:id="rId15"/>
  </p:sldIdLst>
  <p:sldSz cx="9144000" cy="5143500" type="screen16x9"/>
  <p:notesSz cx="6858000" cy="9144000"/>
  <p:defaultTextStyle>
    <a:defPPr>
      <a:defRPr lang="en-US"/>
    </a:defPPr>
    <a:lvl1pPr marL="0" algn="l" defTabSz="850636" rtl="0" eaLnBrk="1" latinLnBrk="0" hangingPunct="1">
      <a:defRPr sz="1700" kern="1200">
        <a:solidFill>
          <a:schemeClr val="tx1"/>
        </a:solidFill>
        <a:latin typeface="+mn-lt"/>
        <a:ea typeface="+mn-ea"/>
        <a:cs typeface="+mn-cs"/>
      </a:defRPr>
    </a:lvl1pPr>
    <a:lvl2pPr marL="425318" algn="l" defTabSz="850636" rtl="0" eaLnBrk="1" latinLnBrk="0" hangingPunct="1">
      <a:defRPr sz="1700" kern="1200">
        <a:solidFill>
          <a:schemeClr val="tx1"/>
        </a:solidFill>
        <a:latin typeface="+mn-lt"/>
        <a:ea typeface="+mn-ea"/>
        <a:cs typeface="+mn-cs"/>
      </a:defRPr>
    </a:lvl2pPr>
    <a:lvl3pPr marL="850636" algn="l" defTabSz="850636" rtl="0" eaLnBrk="1" latinLnBrk="0" hangingPunct="1">
      <a:defRPr sz="1700" kern="1200">
        <a:solidFill>
          <a:schemeClr val="tx1"/>
        </a:solidFill>
        <a:latin typeface="+mn-lt"/>
        <a:ea typeface="+mn-ea"/>
        <a:cs typeface="+mn-cs"/>
      </a:defRPr>
    </a:lvl3pPr>
    <a:lvl4pPr marL="1275954" algn="l" defTabSz="850636" rtl="0" eaLnBrk="1" latinLnBrk="0" hangingPunct="1">
      <a:defRPr sz="1700" kern="1200">
        <a:solidFill>
          <a:schemeClr val="tx1"/>
        </a:solidFill>
        <a:latin typeface="+mn-lt"/>
        <a:ea typeface="+mn-ea"/>
        <a:cs typeface="+mn-cs"/>
      </a:defRPr>
    </a:lvl4pPr>
    <a:lvl5pPr marL="1701273" algn="l" defTabSz="850636" rtl="0" eaLnBrk="1" latinLnBrk="0" hangingPunct="1">
      <a:defRPr sz="1700" kern="1200">
        <a:solidFill>
          <a:schemeClr val="tx1"/>
        </a:solidFill>
        <a:latin typeface="+mn-lt"/>
        <a:ea typeface="+mn-ea"/>
        <a:cs typeface="+mn-cs"/>
      </a:defRPr>
    </a:lvl5pPr>
    <a:lvl6pPr marL="2126591" algn="l" defTabSz="850636" rtl="0" eaLnBrk="1" latinLnBrk="0" hangingPunct="1">
      <a:defRPr sz="1700" kern="1200">
        <a:solidFill>
          <a:schemeClr val="tx1"/>
        </a:solidFill>
        <a:latin typeface="+mn-lt"/>
        <a:ea typeface="+mn-ea"/>
        <a:cs typeface="+mn-cs"/>
      </a:defRPr>
    </a:lvl6pPr>
    <a:lvl7pPr marL="2551909" algn="l" defTabSz="850636" rtl="0" eaLnBrk="1" latinLnBrk="0" hangingPunct="1">
      <a:defRPr sz="1700" kern="1200">
        <a:solidFill>
          <a:schemeClr val="tx1"/>
        </a:solidFill>
        <a:latin typeface="+mn-lt"/>
        <a:ea typeface="+mn-ea"/>
        <a:cs typeface="+mn-cs"/>
      </a:defRPr>
    </a:lvl7pPr>
    <a:lvl8pPr marL="2977227" algn="l" defTabSz="850636" rtl="0" eaLnBrk="1" latinLnBrk="0" hangingPunct="1">
      <a:defRPr sz="1700" kern="1200">
        <a:solidFill>
          <a:schemeClr val="tx1"/>
        </a:solidFill>
        <a:latin typeface="+mn-lt"/>
        <a:ea typeface="+mn-ea"/>
        <a:cs typeface="+mn-cs"/>
      </a:defRPr>
    </a:lvl8pPr>
    <a:lvl9pPr marL="3402546" algn="l" defTabSz="850636" rtl="0" eaLnBrk="1" latinLnBrk="0" hangingPunct="1">
      <a:defRPr sz="17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4C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7" autoAdjust="0"/>
    <p:restoredTop sz="94660"/>
  </p:normalViewPr>
  <p:slideViewPr>
    <p:cSldViewPr>
      <p:cViewPr>
        <p:scale>
          <a:sx n="156" d="100"/>
          <a:sy n="156" d="100"/>
        </p:scale>
        <p:origin x="-330" y="-6"/>
      </p:cViewPr>
      <p:guideLst>
        <p:guide orient="horz" pos="1620"/>
        <p:guide pos="2880"/>
      </p:guideLst>
    </p:cSldViewPr>
  </p:slideViewPr>
  <p:notesTextViewPr>
    <p:cViewPr>
      <p:scale>
        <a:sx n="100" d="100"/>
        <a:sy n="100" d="100"/>
      </p:scale>
      <p:origin x="0" y="0"/>
    </p:cViewPr>
  </p:notesTextViewPr>
  <p:notesViewPr>
    <p:cSldViewPr>
      <p:cViewPr varScale="1">
        <p:scale>
          <a:sx n="97" d="100"/>
          <a:sy n="97" d="100"/>
        </p:scale>
        <p:origin x="-3582"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42E545A-AB39-44F0-B5A6-04A90C6C9399}" type="datetimeFigureOut">
              <a:rPr lang="en-GB" smtClean="0"/>
              <a:pPr/>
              <a:t>24/11/2025</a:t>
            </a:fld>
            <a:endParaRPr lang="en-GB"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94131C5-F37A-4CF6-BFE3-A572240BD623}" type="slidenum">
              <a:rPr lang="en-GB" smtClean="0"/>
              <a:pPr/>
              <a:t>‹#›</a:t>
            </a:fld>
            <a:endParaRPr lang="en-GB" dirty="0"/>
          </a:p>
        </p:txBody>
      </p:sp>
    </p:spTree>
    <p:extLst>
      <p:ext uri="{BB962C8B-B14F-4D97-AF65-F5344CB8AC3E}">
        <p14:creationId xmlns:p14="http://schemas.microsoft.com/office/powerpoint/2010/main" val="3690428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100B3C-2E11-428B-8555-A77018253716}" type="datetimeFigureOut">
              <a:rPr lang="en-GB" smtClean="0"/>
              <a:pPr/>
              <a:t>24/11/2025</a:t>
            </a:fld>
            <a:endParaRPr lang="en-GB"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733471A-AA0F-4CD3-BA89-C1C7FB68C6DB}" type="slidenum">
              <a:rPr lang="en-GB" smtClean="0"/>
              <a:pPr/>
              <a:t>‹#›</a:t>
            </a:fld>
            <a:endParaRPr lang="en-GB" dirty="0"/>
          </a:p>
        </p:txBody>
      </p:sp>
    </p:spTree>
    <p:extLst>
      <p:ext uri="{BB962C8B-B14F-4D97-AF65-F5344CB8AC3E}">
        <p14:creationId xmlns:p14="http://schemas.microsoft.com/office/powerpoint/2010/main" val="2641865115"/>
      </p:ext>
    </p:extLst>
  </p:cSld>
  <p:clrMap bg1="lt1" tx1="dk1" bg2="lt2" tx2="dk2" accent1="accent1" accent2="accent2" accent3="accent3" accent4="accent4" accent5="accent5" accent6="accent6" hlink="hlink" folHlink="folHlink"/>
  <p:notesStyle>
    <a:lvl1pPr marL="0" algn="l" defTabSz="850636" rtl="0" eaLnBrk="1" latinLnBrk="0" hangingPunct="1">
      <a:defRPr sz="1100" kern="1200">
        <a:solidFill>
          <a:schemeClr val="tx1"/>
        </a:solidFill>
        <a:latin typeface="+mn-lt"/>
        <a:ea typeface="+mn-ea"/>
        <a:cs typeface="+mn-cs"/>
      </a:defRPr>
    </a:lvl1pPr>
    <a:lvl2pPr marL="425318" algn="l" defTabSz="850636" rtl="0" eaLnBrk="1" latinLnBrk="0" hangingPunct="1">
      <a:defRPr sz="1100" kern="1200">
        <a:solidFill>
          <a:schemeClr val="tx1"/>
        </a:solidFill>
        <a:latin typeface="+mn-lt"/>
        <a:ea typeface="+mn-ea"/>
        <a:cs typeface="+mn-cs"/>
      </a:defRPr>
    </a:lvl2pPr>
    <a:lvl3pPr marL="850636" algn="l" defTabSz="850636" rtl="0" eaLnBrk="1" latinLnBrk="0" hangingPunct="1">
      <a:defRPr sz="1100" kern="1200">
        <a:solidFill>
          <a:schemeClr val="tx1"/>
        </a:solidFill>
        <a:latin typeface="+mn-lt"/>
        <a:ea typeface="+mn-ea"/>
        <a:cs typeface="+mn-cs"/>
      </a:defRPr>
    </a:lvl3pPr>
    <a:lvl4pPr marL="1275954" algn="l" defTabSz="850636" rtl="0" eaLnBrk="1" latinLnBrk="0" hangingPunct="1">
      <a:defRPr sz="1100" kern="1200">
        <a:solidFill>
          <a:schemeClr val="tx1"/>
        </a:solidFill>
        <a:latin typeface="+mn-lt"/>
        <a:ea typeface="+mn-ea"/>
        <a:cs typeface="+mn-cs"/>
      </a:defRPr>
    </a:lvl4pPr>
    <a:lvl5pPr marL="1701273" algn="l" defTabSz="850636" rtl="0" eaLnBrk="1" latinLnBrk="0" hangingPunct="1">
      <a:defRPr sz="1100" kern="1200">
        <a:solidFill>
          <a:schemeClr val="tx1"/>
        </a:solidFill>
        <a:latin typeface="+mn-lt"/>
        <a:ea typeface="+mn-ea"/>
        <a:cs typeface="+mn-cs"/>
      </a:defRPr>
    </a:lvl5pPr>
    <a:lvl6pPr marL="2126591" algn="l" defTabSz="850636" rtl="0" eaLnBrk="1" latinLnBrk="0" hangingPunct="1">
      <a:defRPr sz="1100" kern="1200">
        <a:solidFill>
          <a:schemeClr val="tx1"/>
        </a:solidFill>
        <a:latin typeface="+mn-lt"/>
        <a:ea typeface="+mn-ea"/>
        <a:cs typeface="+mn-cs"/>
      </a:defRPr>
    </a:lvl6pPr>
    <a:lvl7pPr marL="2551909" algn="l" defTabSz="850636" rtl="0" eaLnBrk="1" latinLnBrk="0" hangingPunct="1">
      <a:defRPr sz="1100" kern="1200">
        <a:solidFill>
          <a:schemeClr val="tx1"/>
        </a:solidFill>
        <a:latin typeface="+mn-lt"/>
        <a:ea typeface="+mn-ea"/>
        <a:cs typeface="+mn-cs"/>
      </a:defRPr>
    </a:lvl7pPr>
    <a:lvl8pPr marL="2977227" algn="l" defTabSz="850636" rtl="0" eaLnBrk="1" latinLnBrk="0" hangingPunct="1">
      <a:defRPr sz="1100" kern="1200">
        <a:solidFill>
          <a:schemeClr val="tx1"/>
        </a:solidFill>
        <a:latin typeface="+mn-lt"/>
        <a:ea typeface="+mn-ea"/>
        <a:cs typeface="+mn-cs"/>
      </a:defRPr>
    </a:lvl8pPr>
    <a:lvl9pPr marL="3402546" algn="l" defTabSz="850636" rtl="0" eaLnBrk="1" latinLnBrk="0" hangingPunct="1">
      <a:defRPr sz="11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Main Title">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9C757326-0232-4CDF-81FF-302CA676961B}"/>
              </a:ext>
            </a:extLst>
          </p:cNvPr>
          <p:cNvSpPr/>
          <p:nvPr/>
        </p:nvSpPr>
        <p:spPr>
          <a:xfrm>
            <a:off x="1" y="0"/>
            <a:ext cx="9143999" cy="5143500"/>
          </a:xfrm>
          <a:prstGeom prst="rect">
            <a:avLst/>
          </a:prstGeom>
          <a:solidFill>
            <a:srgbClr val="0A0E2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p>
        </p:txBody>
      </p:sp>
      <p:pic>
        <p:nvPicPr>
          <p:cNvPr id="8" name="Picture 7">
            <a:extLst>
              <a:ext uri="{FF2B5EF4-FFF2-40B4-BE49-F238E27FC236}">
                <a16:creationId xmlns="" xmlns:a16="http://schemas.microsoft.com/office/drawing/2014/main" id="{4987E008-68E6-4A43-85BC-1A6ACDF91DE1}"/>
              </a:ext>
            </a:extLst>
          </p:cNvPr>
          <p:cNvPicPr>
            <a:picLocks noChangeAspect="1"/>
          </p:cNvPicPr>
          <p:nvPr/>
        </p:nvPicPr>
        <p:blipFill>
          <a:blip r:embed="rId2"/>
          <a:srcRect/>
          <a:stretch/>
        </p:blipFill>
        <p:spPr>
          <a:xfrm>
            <a:off x="-2381" y="-6350"/>
            <a:ext cx="9209328" cy="5158364"/>
          </a:xfrm>
          <a:prstGeom prst="rect">
            <a:avLst/>
          </a:prstGeom>
        </p:spPr>
      </p:pic>
      <p:pic>
        <p:nvPicPr>
          <p:cNvPr id="11" name="Picture 10">
            <a:extLst>
              <a:ext uri="{FF2B5EF4-FFF2-40B4-BE49-F238E27FC236}">
                <a16:creationId xmlns="" xmlns:a16="http://schemas.microsoft.com/office/drawing/2014/main" id="{A1F8C892-C868-4DF6-91AB-B18CE632B10F}"/>
              </a:ext>
            </a:extLst>
          </p:cNvPr>
          <p:cNvPicPr>
            <a:picLocks noChangeAspect="1"/>
          </p:cNvPicPr>
          <p:nvPr/>
        </p:nvPicPr>
        <p:blipFill>
          <a:blip r:embed="rId3"/>
          <a:stretch>
            <a:fillRect/>
          </a:stretch>
        </p:blipFill>
        <p:spPr>
          <a:xfrm>
            <a:off x="0" y="1143000"/>
            <a:ext cx="4900613" cy="2857500"/>
          </a:xfrm>
          <a:prstGeom prst="rect">
            <a:avLst/>
          </a:prstGeom>
        </p:spPr>
      </p:pic>
      <p:sp>
        <p:nvSpPr>
          <p:cNvPr id="2" name="Title 1"/>
          <p:cNvSpPr>
            <a:spLocks noGrp="1"/>
          </p:cNvSpPr>
          <p:nvPr>
            <p:ph type="title" hasCustomPrompt="1"/>
          </p:nvPr>
        </p:nvSpPr>
        <p:spPr>
          <a:xfrm>
            <a:off x="4144618" y="1406112"/>
            <a:ext cx="3342860" cy="1369936"/>
          </a:xfrm>
        </p:spPr>
        <p:txBody>
          <a:bodyPr anchor="b">
            <a:normAutofit/>
          </a:bodyPr>
          <a:lstStyle>
            <a:lvl1pPr algn="l">
              <a:defRPr sz="4100" b="0" cap="none">
                <a:solidFill>
                  <a:schemeClr val="bg2"/>
                </a:solidFill>
              </a:defRPr>
            </a:lvl1pPr>
          </a:lstStyle>
          <a:p>
            <a:r>
              <a:rPr lang="en-US" dirty="0"/>
              <a:t>Click To Add App Title</a:t>
            </a:r>
          </a:p>
        </p:txBody>
      </p:sp>
      <p:sp>
        <p:nvSpPr>
          <p:cNvPr id="3" name="Text Placeholder 2"/>
          <p:cNvSpPr>
            <a:spLocks noGrp="1"/>
          </p:cNvSpPr>
          <p:nvPr>
            <p:ph type="body" idx="1" hasCustomPrompt="1"/>
          </p:nvPr>
        </p:nvSpPr>
        <p:spPr>
          <a:xfrm>
            <a:off x="4144617" y="2776047"/>
            <a:ext cx="3342861" cy="645300"/>
          </a:xfrm>
        </p:spPr>
        <p:txBody>
          <a:bodyPr anchor="t"/>
          <a:lstStyle>
            <a:lvl1pPr marL="0" indent="0" algn="l">
              <a:buNone/>
              <a:defRPr sz="1500">
                <a:solidFill>
                  <a:schemeClr val="bg1">
                    <a:lumMod val="65000"/>
                  </a:schemeClr>
                </a:solidFill>
              </a:defRPr>
            </a:lvl1pPr>
            <a:lvl2pPr marL="342900" indent="0">
              <a:buNone/>
              <a:defRPr sz="1400">
                <a:solidFill>
                  <a:schemeClr val="tx1">
                    <a:tint val="75000"/>
                  </a:schemeClr>
                </a:solidFill>
              </a:defRPr>
            </a:lvl2pPr>
            <a:lvl3pPr marL="685800" indent="0">
              <a:buNone/>
              <a:defRPr sz="1200">
                <a:solidFill>
                  <a:schemeClr val="tx1">
                    <a:tint val="75000"/>
                  </a:schemeClr>
                </a:solidFill>
              </a:defRPr>
            </a:lvl3pPr>
            <a:lvl4pPr marL="1028700" indent="0">
              <a:buNone/>
              <a:defRPr sz="1100">
                <a:solidFill>
                  <a:schemeClr val="tx1">
                    <a:tint val="75000"/>
                  </a:schemeClr>
                </a:solidFill>
              </a:defRPr>
            </a:lvl4pPr>
            <a:lvl5pPr marL="1371600" indent="0">
              <a:buNone/>
              <a:defRPr sz="1100">
                <a:solidFill>
                  <a:schemeClr val="tx1">
                    <a:tint val="75000"/>
                  </a:schemeClr>
                </a:solidFill>
              </a:defRPr>
            </a:lvl5pPr>
            <a:lvl6pPr marL="1714500" indent="0">
              <a:buNone/>
              <a:defRPr sz="1100">
                <a:solidFill>
                  <a:schemeClr val="tx1">
                    <a:tint val="75000"/>
                  </a:schemeClr>
                </a:solidFill>
              </a:defRPr>
            </a:lvl6pPr>
            <a:lvl7pPr marL="2057400" indent="0">
              <a:buNone/>
              <a:defRPr sz="1100">
                <a:solidFill>
                  <a:schemeClr val="tx1">
                    <a:tint val="75000"/>
                  </a:schemeClr>
                </a:solidFill>
              </a:defRPr>
            </a:lvl7pPr>
            <a:lvl8pPr marL="2400300" indent="0">
              <a:buNone/>
              <a:defRPr sz="1100">
                <a:solidFill>
                  <a:schemeClr val="tx1">
                    <a:tint val="75000"/>
                  </a:schemeClr>
                </a:solidFill>
              </a:defRPr>
            </a:lvl8pPr>
            <a:lvl9pPr marL="2743200" indent="0">
              <a:buNone/>
              <a:defRPr sz="1100">
                <a:solidFill>
                  <a:schemeClr val="tx1">
                    <a:tint val="75000"/>
                  </a:schemeClr>
                </a:solidFill>
              </a:defRPr>
            </a:lvl9pPr>
          </a:lstStyle>
          <a:p>
            <a:pPr lvl="0"/>
            <a:r>
              <a:rPr lang="en-US" dirty="0"/>
              <a:t>Click To Add subtitle</a:t>
            </a:r>
          </a:p>
        </p:txBody>
      </p:sp>
      <p:sp>
        <p:nvSpPr>
          <p:cNvPr id="12" name="Text Placeholder 2">
            <a:extLst>
              <a:ext uri="{FF2B5EF4-FFF2-40B4-BE49-F238E27FC236}">
                <a16:creationId xmlns="" xmlns:a16="http://schemas.microsoft.com/office/drawing/2014/main" id="{D547E580-E6D6-4D97-BB04-05795A830147}"/>
              </a:ext>
            </a:extLst>
          </p:cNvPr>
          <p:cNvSpPr>
            <a:spLocks noGrp="1"/>
          </p:cNvSpPr>
          <p:nvPr>
            <p:ph type="body" idx="10" hasCustomPrompt="1"/>
          </p:nvPr>
        </p:nvSpPr>
        <p:spPr>
          <a:xfrm>
            <a:off x="5374553" y="158920"/>
            <a:ext cx="1677709" cy="323789"/>
          </a:xfrm>
        </p:spPr>
        <p:txBody>
          <a:bodyPr anchor="t"/>
          <a:lstStyle>
            <a:lvl1pPr marL="0" indent="0" algn="l">
              <a:buNone/>
              <a:defRPr sz="1500">
                <a:solidFill>
                  <a:schemeClr val="accent1"/>
                </a:solidFill>
              </a:defRPr>
            </a:lvl1pPr>
            <a:lvl2pPr marL="342900" indent="0">
              <a:buNone/>
              <a:defRPr sz="1400">
                <a:solidFill>
                  <a:schemeClr val="tx1">
                    <a:tint val="75000"/>
                  </a:schemeClr>
                </a:solidFill>
              </a:defRPr>
            </a:lvl2pPr>
            <a:lvl3pPr marL="685800" indent="0">
              <a:buNone/>
              <a:defRPr sz="1200">
                <a:solidFill>
                  <a:schemeClr val="tx1">
                    <a:tint val="75000"/>
                  </a:schemeClr>
                </a:solidFill>
              </a:defRPr>
            </a:lvl3pPr>
            <a:lvl4pPr marL="1028700" indent="0">
              <a:buNone/>
              <a:defRPr sz="1100">
                <a:solidFill>
                  <a:schemeClr val="tx1">
                    <a:tint val="75000"/>
                  </a:schemeClr>
                </a:solidFill>
              </a:defRPr>
            </a:lvl4pPr>
            <a:lvl5pPr marL="1371600" indent="0">
              <a:buNone/>
              <a:defRPr sz="1100">
                <a:solidFill>
                  <a:schemeClr val="tx1">
                    <a:tint val="75000"/>
                  </a:schemeClr>
                </a:solidFill>
              </a:defRPr>
            </a:lvl5pPr>
            <a:lvl6pPr marL="1714500" indent="0">
              <a:buNone/>
              <a:defRPr sz="1100">
                <a:solidFill>
                  <a:schemeClr val="tx1">
                    <a:tint val="75000"/>
                  </a:schemeClr>
                </a:solidFill>
              </a:defRPr>
            </a:lvl6pPr>
            <a:lvl7pPr marL="2057400" indent="0">
              <a:buNone/>
              <a:defRPr sz="1100">
                <a:solidFill>
                  <a:schemeClr val="tx1">
                    <a:tint val="75000"/>
                  </a:schemeClr>
                </a:solidFill>
              </a:defRPr>
            </a:lvl7pPr>
            <a:lvl8pPr marL="2400300" indent="0">
              <a:buNone/>
              <a:defRPr sz="1100">
                <a:solidFill>
                  <a:schemeClr val="tx1">
                    <a:tint val="75000"/>
                  </a:schemeClr>
                </a:solidFill>
              </a:defRPr>
            </a:lvl8pPr>
            <a:lvl9pPr marL="2743200" indent="0">
              <a:buNone/>
              <a:defRPr sz="1100">
                <a:solidFill>
                  <a:schemeClr val="tx1">
                    <a:tint val="75000"/>
                  </a:schemeClr>
                </a:solidFill>
              </a:defRPr>
            </a:lvl9pPr>
          </a:lstStyle>
          <a:p>
            <a:pPr lvl="0"/>
            <a:r>
              <a:rPr lang="en-US" dirty="0"/>
              <a:t>Click To Add web page</a:t>
            </a:r>
          </a:p>
        </p:txBody>
      </p:sp>
    </p:spTree>
    <p:extLst>
      <p:ext uri="{BB962C8B-B14F-4D97-AF65-F5344CB8AC3E}">
        <p14:creationId xmlns:p14="http://schemas.microsoft.com/office/powerpoint/2010/main" val="365668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 xmlns:a16="http://schemas.microsoft.com/office/drawing/2014/main" id="{5B5B8CA2-02D4-408C-B548-182D4F5F54B2}"/>
              </a:ext>
            </a:extLst>
          </p:cNvPr>
          <p:cNvPicPr>
            <a:picLocks noChangeAspect="1"/>
          </p:cNvPicPr>
          <p:nvPr/>
        </p:nvPicPr>
        <p:blipFill>
          <a:blip r:embed="rId2"/>
          <a:stretch>
            <a:fillRect/>
          </a:stretch>
        </p:blipFill>
        <p:spPr>
          <a:xfrm>
            <a:off x="-34787" y="0"/>
            <a:ext cx="9213573" cy="5143500"/>
          </a:xfrm>
          <a:prstGeom prst="rect">
            <a:avLst/>
          </a:prstGeom>
        </p:spPr>
      </p:pic>
      <p:sp>
        <p:nvSpPr>
          <p:cNvPr id="2" name="Title 1"/>
          <p:cNvSpPr>
            <a:spLocks noGrp="1"/>
          </p:cNvSpPr>
          <p:nvPr>
            <p:ph type="title"/>
          </p:nvPr>
        </p:nvSpPr>
        <p:spPr>
          <a:xfrm>
            <a:off x="179512" y="483518"/>
            <a:ext cx="5400600" cy="990600"/>
          </a:xfrm>
        </p:spPr>
        <p:txBody>
          <a:bodyPr>
            <a:normAutofit/>
          </a:bodyPr>
          <a:lstStyle>
            <a:lvl1pPr>
              <a:defRPr sz="2700"/>
            </a:lvl1pPr>
          </a:lstStyle>
          <a:p>
            <a:r>
              <a:rPr lang="en-US" smtClean="0"/>
              <a:t>Click to edit Master title style</a:t>
            </a:r>
            <a:endParaRPr lang="en-US" dirty="0"/>
          </a:p>
        </p:txBody>
      </p:sp>
      <p:sp>
        <p:nvSpPr>
          <p:cNvPr id="3" name="Content Placeholder 2"/>
          <p:cNvSpPr>
            <a:spLocks noGrp="1"/>
          </p:cNvSpPr>
          <p:nvPr>
            <p:ph idx="1"/>
          </p:nvPr>
        </p:nvSpPr>
        <p:spPr>
          <a:xfrm>
            <a:off x="508001" y="1786855"/>
            <a:ext cx="6447501" cy="274416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473AACB-D821-4991-9D88-46EB8D29E619}" type="datetimeFigureOut">
              <a:rPr lang="en-GB" smtClean="0"/>
              <a:pPr/>
              <a:t>24/11/2025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25064BB-E67B-4C9B-9AC8-E5B521C073FA}" type="slidenum">
              <a:rPr lang="en-GB" smtClean="0"/>
              <a:pPr/>
              <a:t>‹#›</a:t>
            </a:fld>
            <a:endParaRPr lang="en-GB" dirty="0"/>
          </a:p>
        </p:txBody>
      </p:sp>
    </p:spTree>
    <p:extLst>
      <p:ext uri="{BB962C8B-B14F-4D97-AF65-F5344CB8AC3E}">
        <p14:creationId xmlns:p14="http://schemas.microsoft.com/office/powerpoint/2010/main" val="3419200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a:extLst>
              <a:ext uri="{FF2B5EF4-FFF2-40B4-BE49-F238E27FC236}">
                <a16:creationId xmlns="" xmlns:a16="http://schemas.microsoft.com/office/drawing/2014/main" id="{EA8DB33B-8BF9-4C99-B31C-55246227EFDE}"/>
              </a:ext>
            </a:extLst>
          </p:cNvPr>
          <p:cNvPicPr>
            <a:picLocks noChangeAspect="1"/>
          </p:cNvPicPr>
          <p:nvPr/>
        </p:nvPicPr>
        <p:blipFill>
          <a:blip r:embed="rId2"/>
          <a:stretch>
            <a:fillRect/>
          </a:stretch>
        </p:blipFill>
        <p:spPr>
          <a:xfrm>
            <a:off x="-2382" y="-6350"/>
            <a:ext cx="9209330" cy="5158364"/>
          </a:xfrm>
          <a:prstGeom prst="rect">
            <a:avLst/>
          </a:prstGeom>
        </p:spPr>
      </p:pic>
      <p:grpSp>
        <p:nvGrpSpPr>
          <p:cNvPr id="7" name="Group 6"/>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3075495" y="1803400"/>
            <a:ext cx="4124707" cy="1234727"/>
          </a:xfrm>
        </p:spPr>
        <p:txBody>
          <a:bodyPr anchor="b">
            <a:noAutofit/>
          </a:bodyPr>
          <a:lstStyle>
            <a:lvl1pPr algn="r">
              <a:defRPr sz="41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3075494" y="3038125"/>
            <a:ext cx="4124707"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473AACB-D821-4991-9D88-46EB8D29E619}" type="datetimeFigureOut">
              <a:rPr lang="en-GB" smtClean="0"/>
              <a:pPr/>
              <a:t>24/11/2025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25064BB-E67B-4C9B-9AC8-E5B521C073FA}" type="slidenum">
              <a:rPr lang="en-GB" smtClean="0"/>
              <a:pPr/>
              <a:t>‹#›</a:t>
            </a:fld>
            <a:endParaRPr lang="en-GB" dirty="0"/>
          </a:p>
        </p:txBody>
      </p:sp>
    </p:spTree>
    <p:extLst>
      <p:ext uri="{BB962C8B-B14F-4D97-AF65-F5344CB8AC3E}">
        <p14:creationId xmlns:p14="http://schemas.microsoft.com/office/powerpoint/2010/main" val="339049127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11" name="Picture 10">
            <a:extLst>
              <a:ext uri="{FF2B5EF4-FFF2-40B4-BE49-F238E27FC236}">
                <a16:creationId xmlns="" xmlns:a16="http://schemas.microsoft.com/office/drawing/2014/main" id="{EA8DB33B-8BF9-4C99-B31C-55246227EFDE}"/>
              </a:ext>
            </a:extLst>
          </p:cNvPr>
          <p:cNvPicPr>
            <a:picLocks noChangeAspect="1"/>
          </p:cNvPicPr>
          <p:nvPr/>
        </p:nvPicPr>
        <p:blipFill>
          <a:blip r:embed="rId2"/>
          <a:srcRect/>
          <a:stretch/>
        </p:blipFill>
        <p:spPr>
          <a:xfrm>
            <a:off x="-2381" y="-6350"/>
            <a:ext cx="9209328" cy="5158364"/>
          </a:xfrm>
          <a:prstGeom prst="rect">
            <a:avLst/>
          </a:prstGeom>
        </p:spPr>
      </p:pic>
      <p:grpSp>
        <p:nvGrpSpPr>
          <p:cNvPr id="7" name="Group 6"/>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065493" y="1803400"/>
            <a:ext cx="6134709" cy="1234727"/>
          </a:xfrm>
        </p:spPr>
        <p:txBody>
          <a:bodyPr anchor="b">
            <a:noAutofit/>
          </a:bodyPr>
          <a:lstStyle>
            <a:lvl1pPr algn="ctr">
              <a:defRPr sz="41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065492" y="3038125"/>
            <a:ext cx="6134709" cy="822674"/>
          </a:xfrm>
        </p:spPr>
        <p:txBody>
          <a:bodyPr anchor="t"/>
          <a:lstStyle>
            <a:lvl1pPr marL="0" indent="0" algn="ct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473AACB-D821-4991-9D88-46EB8D29E619}" type="datetimeFigureOut">
              <a:rPr lang="en-GB" smtClean="0"/>
              <a:pPr/>
              <a:t>24/11/2025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25064BB-E67B-4C9B-9AC8-E5B521C073FA}" type="slidenum">
              <a:rPr lang="en-GB" smtClean="0"/>
              <a:pPr/>
              <a:t>‹#›</a:t>
            </a:fld>
            <a:endParaRPr lang="en-GB" dirty="0"/>
          </a:p>
        </p:txBody>
      </p:sp>
    </p:spTree>
    <p:extLst>
      <p:ext uri="{BB962C8B-B14F-4D97-AF65-F5344CB8AC3E}">
        <p14:creationId xmlns:p14="http://schemas.microsoft.com/office/powerpoint/2010/main" val="3611776718"/>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400">
                <a:solidFill>
                  <a:schemeClr val="tx1">
                    <a:tint val="75000"/>
                  </a:schemeClr>
                </a:solidFill>
              </a:defRPr>
            </a:lvl2pPr>
            <a:lvl3pPr marL="685800" indent="0">
              <a:buNone/>
              <a:defRPr sz="1200">
                <a:solidFill>
                  <a:schemeClr val="tx1">
                    <a:tint val="75000"/>
                  </a:schemeClr>
                </a:solidFill>
              </a:defRPr>
            </a:lvl3pPr>
            <a:lvl4pPr marL="1028700" indent="0">
              <a:buNone/>
              <a:defRPr sz="1100">
                <a:solidFill>
                  <a:schemeClr val="tx1">
                    <a:tint val="75000"/>
                  </a:schemeClr>
                </a:solidFill>
              </a:defRPr>
            </a:lvl4pPr>
            <a:lvl5pPr marL="1371600" indent="0">
              <a:buNone/>
              <a:defRPr sz="1100">
                <a:solidFill>
                  <a:schemeClr val="tx1">
                    <a:tint val="75000"/>
                  </a:schemeClr>
                </a:solidFill>
              </a:defRPr>
            </a:lvl5pPr>
            <a:lvl6pPr marL="1714500" indent="0">
              <a:buNone/>
              <a:defRPr sz="1100">
                <a:solidFill>
                  <a:schemeClr val="tx1">
                    <a:tint val="75000"/>
                  </a:schemeClr>
                </a:solidFill>
              </a:defRPr>
            </a:lvl6pPr>
            <a:lvl7pPr marL="2057400" indent="0">
              <a:buNone/>
              <a:defRPr sz="1100">
                <a:solidFill>
                  <a:schemeClr val="tx1">
                    <a:tint val="75000"/>
                  </a:schemeClr>
                </a:solidFill>
              </a:defRPr>
            </a:lvl7pPr>
            <a:lvl8pPr marL="2400300" indent="0">
              <a:buNone/>
              <a:defRPr sz="1100">
                <a:solidFill>
                  <a:schemeClr val="tx1">
                    <a:tint val="75000"/>
                  </a:schemeClr>
                </a:solidFill>
              </a:defRPr>
            </a:lvl8pPr>
            <a:lvl9pPr marL="2743200" indent="0">
              <a:buNone/>
              <a:defRPr sz="11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473AACB-D821-4991-9D88-46EB8D29E619}" type="datetimeFigureOut">
              <a:rPr lang="en-GB" smtClean="0"/>
              <a:pPr/>
              <a:t>24/11/2025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25064BB-E67B-4C9B-9AC8-E5B521C073FA}" type="slidenum">
              <a:rPr lang="en-GB" smtClean="0"/>
              <a:pPr/>
              <a:t>‹#›</a:t>
            </a:fld>
            <a:endParaRPr lang="en-GB" dirty="0"/>
          </a:p>
        </p:txBody>
      </p:sp>
      <p:pic>
        <p:nvPicPr>
          <p:cNvPr id="7" name="Picture 6">
            <a:extLst>
              <a:ext uri="{FF2B5EF4-FFF2-40B4-BE49-F238E27FC236}">
                <a16:creationId xmlns="" xmlns:a16="http://schemas.microsoft.com/office/drawing/2014/main" id="{6331EFED-43C1-4CBA-8BE3-308E3AA13B9B}"/>
              </a:ext>
            </a:extLst>
          </p:cNvPr>
          <p:cNvPicPr>
            <a:picLocks noChangeAspect="1"/>
          </p:cNvPicPr>
          <p:nvPr/>
        </p:nvPicPr>
        <p:blipFill>
          <a:blip r:embed="rId2"/>
          <a:stretch>
            <a:fillRect/>
          </a:stretch>
        </p:blipFill>
        <p:spPr>
          <a:xfrm>
            <a:off x="-34787" y="0"/>
            <a:ext cx="9213573" cy="5143500"/>
          </a:xfrm>
          <a:prstGeom prst="rect">
            <a:avLst/>
          </a:prstGeom>
        </p:spPr>
      </p:pic>
    </p:spTree>
    <p:extLst>
      <p:ext uri="{BB962C8B-B14F-4D97-AF65-F5344CB8AC3E}">
        <p14:creationId xmlns:p14="http://schemas.microsoft.com/office/powerpoint/2010/main" val="1758314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473AACB-D821-4991-9D88-46EB8D29E619}" type="datetimeFigureOut">
              <a:rPr lang="en-GB" smtClean="0"/>
              <a:pPr/>
              <a:t>24/11/2025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B25064BB-E67B-4C9B-9AC8-E5B521C073FA}" type="slidenum">
              <a:rPr lang="en-GB" smtClean="0"/>
              <a:pPr/>
              <a:t>‹#›</a:t>
            </a:fld>
            <a:endParaRPr lang="en-GB" dirty="0"/>
          </a:p>
        </p:txBody>
      </p:sp>
      <p:pic>
        <p:nvPicPr>
          <p:cNvPr id="9" name="Picture 8">
            <a:extLst>
              <a:ext uri="{FF2B5EF4-FFF2-40B4-BE49-F238E27FC236}">
                <a16:creationId xmlns="" xmlns:a16="http://schemas.microsoft.com/office/drawing/2014/main" id="{1034EA63-4BE3-4A73-A7E6-4A75BE4C1D48}"/>
              </a:ext>
            </a:extLst>
          </p:cNvPr>
          <p:cNvPicPr>
            <a:picLocks noChangeAspect="1"/>
          </p:cNvPicPr>
          <p:nvPr/>
        </p:nvPicPr>
        <p:blipFill>
          <a:blip r:embed="rId2"/>
          <a:srcRect/>
          <a:stretch/>
        </p:blipFill>
        <p:spPr>
          <a:xfrm>
            <a:off x="-23022" y="0"/>
            <a:ext cx="9190044" cy="5143500"/>
          </a:xfrm>
          <a:prstGeom prst="rect">
            <a:avLst/>
          </a:prstGeom>
        </p:spPr>
      </p:pic>
    </p:spTree>
    <p:extLst>
      <p:ext uri="{BB962C8B-B14F-4D97-AF65-F5344CB8AC3E}">
        <p14:creationId xmlns:p14="http://schemas.microsoft.com/office/powerpoint/2010/main" val="84364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a:extLst>
              <a:ext uri="{FF2B5EF4-FFF2-40B4-BE49-F238E27FC236}">
                <a16:creationId xmlns="" xmlns:a16="http://schemas.microsoft.com/office/drawing/2014/main" id="{204DC1E6-B5F4-4160-90F3-351FB3242E92}"/>
              </a:ext>
            </a:extLst>
          </p:cNvPr>
          <p:cNvPicPr>
            <a:picLocks noChangeAspect="1"/>
          </p:cNvPicPr>
          <p:nvPr/>
        </p:nvPicPr>
        <p:blipFill>
          <a:blip r:embed="rId2"/>
          <a:stretch>
            <a:fillRect/>
          </a:stretch>
        </p:blipFill>
        <p:spPr>
          <a:xfrm>
            <a:off x="-34787" y="0"/>
            <a:ext cx="9213573" cy="5143500"/>
          </a:xfrm>
          <a:prstGeom prst="rect">
            <a:avLst/>
          </a:prstGeom>
        </p:spPr>
      </p:pic>
      <p:sp>
        <p:nvSpPr>
          <p:cNvPr id="2" name="Title 1"/>
          <p:cNvSpPr>
            <a:spLocks noGrp="1"/>
          </p:cNvSpPr>
          <p:nvPr>
            <p:ph type="title"/>
          </p:nvPr>
        </p:nvSpPr>
        <p:spPr>
          <a:xfrm>
            <a:off x="508001" y="457200"/>
            <a:ext cx="4639034" cy="9906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473AACB-D821-4991-9D88-46EB8D29E619}" type="datetimeFigureOut">
              <a:rPr lang="en-GB" smtClean="0"/>
              <a:pPr/>
              <a:t>24/11/2025</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B25064BB-E67B-4C9B-9AC8-E5B521C073FA}" type="slidenum">
              <a:rPr lang="en-GB" smtClean="0"/>
              <a:pPr/>
              <a:t>‹#›</a:t>
            </a:fld>
            <a:endParaRPr lang="en-GB" dirty="0"/>
          </a:p>
        </p:txBody>
      </p:sp>
    </p:spTree>
    <p:extLst>
      <p:ext uri="{BB962C8B-B14F-4D97-AF65-F5344CB8AC3E}">
        <p14:creationId xmlns:p14="http://schemas.microsoft.com/office/powerpoint/2010/main" val="19351651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E7897C67-3827-4595-8E3A-71E9F2EAB3AF}"/>
              </a:ext>
            </a:extLst>
          </p:cNvPr>
          <p:cNvPicPr>
            <a:picLocks noChangeAspect="1"/>
          </p:cNvPicPr>
          <p:nvPr/>
        </p:nvPicPr>
        <p:blipFill>
          <a:blip r:embed="rId2"/>
          <a:stretch>
            <a:fillRect/>
          </a:stretch>
        </p:blipFill>
        <p:spPr>
          <a:xfrm>
            <a:off x="-34787" y="0"/>
            <a:ext cx="9213573" cy="5143500"/>
          </a:xfrm>
          <a:prstGeom prst="rect">
            <a:avLst/>
          </a:prstGeom>
        </p:spPr>
      </p:pic>
      <p:sp>
        <p:nvSpPr>
          <p:cNvPr id="2" name="Title 1"/>
          <p:cNvSpPr>
            <a:spLocks noGrp="1"/>
          </p:cNvSpPr>
          <p:nvPr>
            <p:ph type="title"/>
          </p:nvPr>
        </p:nvSpPr>
        <p:spPr>
          <a:xfrm>
            <a:off x="508000" y="457200"/>
            <a:ext cx="4624895" cy="9906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473AACB-D821-4991-9D88-46EB8D29E619}" type="datetimeFigureOut">
              <a:rPr lang="en-GB" smtClean="0"/>
              <a:pPr/>
              <a:t>24/11/2025</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B25064BB-E67B-4C9B-9AC8-E5B521C073FA}" type="slidenum">
              <a:rPr lang="en-GB" smtClean="0"/>
              <a:pPr/>
              <a:t>‹#›</a:t>
            </a:fld>
            <a:endParaRPr lang="en-GB" dirty="0"/>
          </a:p>
        </p:txBody>
      </p:sp>
    </p:spTree>
    <p:extLst>
      <p:ext uri="{BB962C8B-B14F-4D97-AF65-F5344CB8AC3E}">
        <p14:creationId xmlns:p14="http://schemas.microsoft.com/office/powerpoint/2010/main" val="4194849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73AACB-D821-4991-9D88-46EB8D29E619}" type="datetimeFigureOut">
              <a:rPr lang="en-GB" smtClean="0"/>
              <a:pPr/>
              <a:t>24/11/2025</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B25064BB-E67B-4C9B-9AC8-E5B521C073FA}" type="slidenum">
              <a:rPr lang="en-GB" smtClean="0"/>
              <a:pPr/>
              <a:t>‹#›</a:t>
            </a:fld>
            <a:endParaRPr lang="en-GB" dirty="0"/>
          </a:p>
        </p:txBody>
      </p:sp>
      <p:pic>
        <p:nvPicPr>
          <p:cNvPr id="6" name="Picture 5">
            <a:extLst>
              <a:ext uri="{FF2B5EF4-FFF2-40B4-BE49-F238E27FC236}">
                <a16:creationId xmlns="" xmlns:a16="http://schemas.microsoft.com/office/drawing/2014/main" id="{F1825398-026A-4668-BB48-C16AD1C9062B}"/>
              </a:ext>
            </a:extLst>
          </p:cNvPr>
          <p:cNvPicPr>
            <a:picLocks noChangeAspect="1"/>
          </p:cNvPicPr>
          <p:nvPr/>
        </p:nvPicPr>
        <p:blipFill>
          <a:blip r:embed="rId2"/>
          <a:srcRect/>
          <a:stretch/>
        </p:blipFill>
        <p:spPr>
          <a:xfrm>
            <a:off x="-23022" y="0"/>
            <a:ext cx="9190044" cy="5143500"/>
          </a:xfrm>
          <a:prstGeom prst="rect">
            <a:avLst/>
          </a:prstGeom>
        </p:spPr>
      </p:pic>
    </p:spTree>
    <p:extLst>
      <p:ext uri="{BB962C8B-B14F-4D97-AF65-F5344CB8AC3E}">
        <p14:creationId xmlns:p14="http://schemas.microsoft.com/office/powerpoint/2010/main" val="3326172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a:extLst>
              <a:ext uri="{FF2B5EF4-FFF2-40B4-BE49-F238E27FC236}">
                <a16:creationId xmlns="" xmlns:a16="http://schemas.microsoft.com/office/drawing/2014/main" id="{7CE2C968-D10A-4226-8FDC-CBC4C7EDD0B7}"/>
              </a:ext>
            </a:extLst>
          </p:cNvPr>
          <p:cNvPicPr>
            <a:picLocks noChangeAspect="1"/>
          </p:cNvPicPr>
          <p:nvPr/>
        </p:nvPicPr>
        <p:blipFill>
          <a:blip r:embed="rId2"/>
          <a:srcRect/>
          <a:stretch/>
        </p:blipFill>
        <p:spPr>
          <a:xfrm>
            <a:off x="-23022" y="0"/>
            <a:ext cx="9190044" cy="5143500"/>
          </a:xfrm>
          <a:prstGeom prst="rect">
            <a:avLst/>
          </a:prstGeom>
        </p:spPr>
      </p:pic>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smtClean="0"/>
              <a:t>Click to edit Master title style</a:t>
            </a:r>
            <a:endParaRPr lang="en-US" dirty="0"/>
          </a:p>
        </p:txBody>
      </p:sp>
      <p:sp>
        <p:nvSpPr>
          <p:cNvPr id="3" name="Content Placeholder 2"/>
          <p:cNvSpPr>
            <a:spLocks noGrp="1"/>
          </p:cNvSpPr>
          <p:nvPr>
            <p:ph idx="1"/>
          </p:nvPr>
        </p:nvSpPr>
        <p:spPr>
          <a:xfrm>
            <a:off x="3398897" y="495300"/>
            <a:ext cx="3385156" cy="40357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100"/>
            </a:lvl1pPr>
            <a:lvl2pPr marL="342797" indent="0">
              <a:buNone/>
              <a:defRPr sz="1100"/>
            </a:lvl2pPr>
            <a:lvl3pPr marL="685595" indent="0">
              <a:buNone/>
              <a:defRPr sz="900"/>
            </a:lvl3pPr>
            <a:lvl4pPr marL="1028392" indent="0">
              <a:buNone/>
              <a:defRPr sz="800"/>
            </a:lvl4pPr>
            <a:lvl5pPr marL="1371188" indent="0">
              <a:buNone/>
              <a:defRPr sz="800"/>
            </a:lvl5pPr>
            <a:lvl6pPr marL="1713986" indent="0">
              <a:buNone/>
              <a:defRPr sz="800"/>
            </a:lvl6pPr>
            <a:lvl7pPr marL="2056783" indent="0">
              <a:buNone/>
              <a:defRPr sz="800"/>
            </a:lvl7pPr>
            <a:lvl8pPr marL="2399580" indent="0">
              <a:buNone/>
              <a:defRPr sz="800"/>
            </a:lvl8pPr>
            <a:lvl9pPr marL="2742377" indent="0">
              <a:buNone/>
              <a:defRPr sz="8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473AACB-D821-4991-9D88-46EB8D29E619}" type="datetimeFigureOut">
              <a:rPr lang="en-GB" smtClean="0"/>
              <a:pPr/>
              <a:t>24/11/2025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B25064BB-E67B-4C9B-9AC8-E5B521C073FA}" type="slidenum">
              <a:rPr lang="en-GB" smtClean="0"/>
              <a:pPr/>
              <a:t>‹#›</a:t>
            </a:fld>
            <a:endParaRPr lang="en-GB" dirty="0"/>
          </a:p>
        </p:txBody>
      </p:sp>
    </p:spTree>
    <p:extLst>
      <p:ext uri="{BB962C8B-B14F-4D97-AF65-F5344CB8AC3E}">
        <p14:creationId xmlns:p14="http://schemas.microsoft.com/office/powerpoint/2010/main" val="1179860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a:extLst>
              <a:ext uri="{FF2B5EF4-FFF2-40B4-BE49-F238E27FC236}">
                <a16:creationId xmlns="" xmlns:a16="http://schemas.microsoft.com/office/drawing/2014/main" id="{6AB5D66D-00C1-40EA-BFC8-305566F10369}"/>
              </a:ext>
            </a:extLst>
          </p:cNvPr>
          <p:cNvPicPr>
            <a:picLocks noChangeAspect="1"/>
          </p:cNvPicPr>
          <p:nvPr/>
        </p:nvPicPr>
        <p:blipFill>
          <a:blip r:embed="rId2"/>
          <a:srcRect/>
          <a:stretch/>
        </p:blipFill>
        <p:spPr>
          <a:xfrm>
            <a:off x="-23022" y="0"/>
            <a:ext cx="9190044" cy="5143500"/>
          </a:xfrm>
          <a:prstGeom prst="rect">
            <a:avLst/>
          </a:prstGeom>
        </p:spPr>
      </p:pic>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08001" y="706966"/>
            <a:ext cx="6447501" cy="2893484"/>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dirty="0" smtClean="0"/>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473AACB-D821-4991-9D88-46EB8D29E619}" type="datetimeFigureOut">
              <a:rPr lang="en-GB" smtClean="0"/>
              <a:pPr/>
              <a:t>24/11/2025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B25064BB-E67B-4C9B-9AC8-E5B521C073FA}" type="slidenum">
              <a:rPr lang="en-GB" smtClean="0"/>
              <a:pPr/>
              <a:t>‹#›</a:t>
            </a:fld>
            <a:endParaRPr lang="en-GB" dirty="0"/>
          </a:p>
        </p:txBody>
      </p:sp>
    </p:spTree>
    <p:extLst>
      <p:ext uri="{BB962C8B-B14F-4D97-AF65-F5344CB8AC3E}">
        <p14:creationId xmlns:p14="http://schemas.microsoft.com/office/powerpoint/2010/main" val="21050296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400">
                <a:solidFill>
                  <a:schemeClr val="tx1">
                    <a:lumMod val="75000"/>
                    <a:lumOff val="25000"/>
                  </a:schemeClr>
                </a:solidFill>
              </a:defRPr>
            </a:lvl1pPr>
            <a:lvl2pPr marL="342900" indent="0">
              <a:buNone/>
              <a:defRPr sz="1400">
                <a:solidFill>
                  <a:schemeClr val="tx1">
                    <a:tint val="75000"/>
                  </a:schemeClr>
                </a:solidFill>
              </a:defRPr>
            </a:lvl2pPr>
            <a:lvl3pPr marL="685800" indent="0">
              <a:buNone/>
              <a:defRPr sz="1200">
                <a:solidFill>
                  <a:schemeClr val="tx1">
                    <a:tint val="75000"/>
                  </a:schemeClr>
                </a:solidFill>
              </a:defRPr>
            </a:lvl3pPr>
            <a:lvl4pPr marL="1028700" indent="0">
              <a:buNone/>
              <a:defRPr sz="1100">
                <a:solidFill>
                  <a:schemeClr val="tx1">
                    <a:tint val="75000"/>
                  </a:schemeClr>
                </a:solidFill>
              </a:defRPr>
            </a:lvl4pPr>
            <a:lvl5pPr marL="1371600" indent="0">
              <a:buNone/>
              <a:defRPr sz="1100">
                <a:solidFill>
                  <a:schemeClr val="tx1">
                    <a:tint val="75000"/>
                  </a:schemeClr>
                </a:solidFill>
              </a:defRPr>
            </a:lvl5pPr>
            <a:lvl6pPr marL="1714500" indent="0">
              <a:buNone/>
              <a:defRPr sz="1100">
                <a:solidFill>
                  <a:schemeClr val="tx1">
                    <a:tint val="75000"/>
                  </a:schemeClr>
                </a:solidFill>
              </a:defRPr>
            </a:lvl6pPr>
            <a:lvl7pPr marL="2057400" indent="0">
              <a:buNone/>
              <a:defRPr sz="1100">
                <a:solidFill>
                  <a:schemeClr val="tx1">
                    <a:tint val="75000"/>
                  </a:schemeClr>
                </a:solidFill>
              </a:defRPr>
            </a:lvl7pPr>
            <a:lvl8pPr marL="2400300" indent="0">
              <a:buNone/>
              <a:defRPr sz="1100">
                <a:solidFill>
                  <a:schemeClr val="tx1">
                    <a:tint val="75000"/>
                  </a:schemeClr>
                </a:solidFill>
              </a:defRPr>
            </a:lvl8pPr>
            <a:lvl9pPr marL="2743200" indent="0">
              <a:buNone/>
              <a:defRPr sz="11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473AACB-D821-4991-9D88-46EB8D29E619}" type="datetimeFigureOut">
              <a:rPr lang="en-GB" smtClean="0"/>
              <a:pPr/>
              <a:t>24/11/2025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25064BB-E67B-4C9B-9AC8-E5B521C073FA}" type="slidenum">
              <a:rPr lang="en-GB" smtClean="0"/>
              <a:pPr/>
              <a:t>‹#›</a:t>
            </a:fld>
            <a:endParaRPr lang="en-GB" dirty="0"/>
          </a:p>
        </p:txBody>
      </p:sp>
      <p:pic>
        <p:nvPicPr>
          <p:cNvPr id="8" name="Picture 7">
            <a:extLst>
              <a:ext uri="{FF2B5EF4-FFF2-40B4-BE49-F238E27FC236}">
                <a16:creationId xmlns="" xmlns:a16="http://schemas.microsoft.com/office/drawing/2014/main" id="{AD4D4CB4-D965-4BB6-B218-086244C13BAE}"/>
              </a:ext>
            </a:extLst>
          </p:cNvPr>
          <p:cNvPicPr>
            <a:picLocks noChangeAspect="1"/>
          </p:cNvPicPr>
          <p:nvPr/>
        </p:nvPicPr>
        <p:blipFill>
          <a:blip r:embed="rId2"/>
          <a:srcRect/>
          <a:stretch/>
        </p:blipFill>
        <p:spPr>
          <a:xfrm>
            <a:off x="-23022" y="0"/>
            <a:ext cx="9190044" cy="5143500"/>
          </a:xfrm>
          <a:prstGeom prst="rect">
            <a:avLst/>
          </a:prstGeom>
        </p:spPr>
      </p:pic>
    </p:spTree>
    <p:extLst>
      <p:ext uri="{BB962C8B-B14F-4D97-AF65-F5344CB8AC3E}">
        <p14:creationId xmlns:p14="http://schemas.microsoft.com/office/powerpoint/2010/main" val="41826258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400">
                <a:solidFill>
                  <a:schemeClr val="tx1">
                    <a:lumMod val="75000"/>
                    <a:lumOff val="25000"/>
                  </a:schemeClr>
                </a:solidFill>
              </a:defRPr>
            </a:lvl1pPr>
            <a:lvl2pPr marL="342900" indent="0">
              <a:buNone/>
              <a:defRPr sz="1400">
                <a:solidFill>
                  <a:schemeClr val="tx1">
                    <a:tint val="75000"/>
                  </a:schemeClr>
                </a:solidFill>
              </a:defRPr>
            </a:lvl2pPr>
            <a:lvl3pPr marL="685800" indent="0">
              <a:buNone/>
              <a:defRPr sz="1200">
                <a:solidFill>
                  <a:schemeClr val="tx1">
                    <a:tint val="75000"/>
                  </a:schemeClr>
                </a:solidFill>
              </a:defRPr>
            </a:lvl3pPr>
            <a:lvl4pPr marL="1028700" indent="0">
              <a:buNone/>
              <a:defRPr sz="1100">
                <a:solidFill>
                  <a:schemeClr val="tx1">
                    <a:tint val="75000"/>
                  </a:schemeClr>
                </a:solidFill>
              </a:defRPr>
            </a:lvl4pPr>
            <a:lvl5pPr marL="1371600" indent="0">
              <a:buNone/>
              <a:defRPr sz="1100">
                <a:solidFill>
                  <a:schemeClr val="tx1">
                    <a:tint val="75000"/>
                  </a:schemeClr>
                </a:solidFill>
              </a:defRPr>
            </a:lvl5pPr>
            <a:lvl6pPr marL="1714500" indent="0">
              <a:buNone/>
              <a:defRPr sz="1100">
                <a:solidFill>
                  <a:schemeClr val="tx1">
                    <a:tint val="75000"/>
                  </a:schemeClr>
                </a:solidFill>
              </a:defRPr>
            </a:lvl6pPr>
            <a:lvl7pPr marL="2057400" indent="0">
              <a:buNone/>
              <a:defRPr sz="1100">
                <a:solidFill>
                  <a:schemeClr val="tx1">
                    <a:tint val="75000"/>
                  </a:schemeClr>
                </a:solidFill>
              </a:defRPr>
            </a:lvl7pPr>
            <a:lvl8pPr marL="2400300" indent="0">
              <a:buNone/>
              <a:defRPr sz="1100">
                <a:solidFill>
                  <a:schemeClr val="tx1">
                    <a:tint val="75000"/>
                  </a:schemeClr>
                </a:solidFill>
              </a:defRPr>
            </a:lvl8pPr>
            <a:lvl9pPr marL="2743200" indent="0">
              <a:buNone/>
              <a:defRPr sz="11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473AACB-D821-4991-9D88-46EB8D29E619}" type="datetimeFigureOut">
              <a:rPr lang="en-GB" smtClean="0"/>
              <a:pPr/>
              <a:t>24/11/2025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25064BB-E67B-4C9B-9AC8-E5B521C073FA}" type="slidenum">
              <a:rPr lang="en-GB" smtClean="0"/>
              <a:pPr/>
              <a:t>‹#›</a:t>
            </a:fld>
            <a:endParaRPr lang="en-GB" dirty="0"/>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pic>
        <p:nvPicPr>
          <p:cNvPr id="11" name="Picture 10">
            <a:extLst>
              <a:ext uri="{FF2B5EF4-FFF2-40B4-BE49-F238E27FC236}">
                <a16:creationId xmlns="" xmlns:a16="http://schemas.microsoft.com/office/drawing/2014/main" id="{A3B58C4E-0EF0-466C-9740-EC9F485CBD03}"/>
              </a:ext>
            </a:extLst>
          </p:cNvPr>
          <p:cNvPicPr>
            <a:picLocks noChangeAspect="1"/>
          </p:cNvPicPr>
          <p:nvPr/>
        </p:nvPicPr>
        <p:blipFill>
          <a:blip r:embed="rId2"/>
          <a:srcRect/>
          <a:stretch/>
        </p:blipFill>
        <p:spPr>
          <a:xfrm>
            <a:off x="-23022" y="0"/>
            <a:ext cx="9190044" cy="5143500"/>
          </a:xfrm>
          <a:prstGeom prst="rect">
            <a:avLst/>
          </a:prstGeom>
        </p:spPr>
      </p:pic>
    </p:spTree>
    <p:extLst>
      <p:ext uri="{BB962C8B-B14F-4D97-AF65-F5344CB8AC3E}">
        <p14:creationId xmlns:p14="http://schemas.microsoft.com/office/powerpoint/2010/main" val="42824879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400">
                <a:solidFill>
                  <a:schemeClr val="tx1">
                    <a:lumMod val="75000"/>
                    <a:lumOff val="25000"/>
                  </a:schemeClr>
                </a:solidFill>
              </a:defRPr>
            </a:lvl1pPr>
            <a:lvl2pPr marL="342900" indent="0">
              <a:buNone/>
              <a:defRPr sz="1400">
                <a:solidFill>
                  <a:schemeClr val="tx1">
                    <a:tint val="75000"/>
                  </a:schemeClr>
                </a:solidFill>
              </a:defRPr>
            </a:lvl2pPr>
            <a:lvl3pPr marL="685800" indent="0">
              <a:buNone/>
              <a:defRPr sz="1200">
                <a:solidFill>
                  <a:schemeClr val="tx1">
                    <a:tint val="75000"/>
                  </a:schemeClr>
                </a:solidFill>
              </a:defRPr>
            </a:lvl3pPr>
            <a:lvl4pPr marL="1028700" indent="0">
              <a:buNone/>
              <a:defRPr sz="1100">
                <a:solidFill>
                  <a:schemeClr val="tx1">
                    <a:tint val="75000"/>
                  </a:schemeClr>
                </a:solidFill>
              </a:defRPr>
            </a:lvl4pPr>
            <a:lvl5pPr marL="1371600" indent="0">
              <a:buNone/>
              <a:defRPr sz="1100">
                <a:solidFill>
                  <a:schemeClr val="tx1">
                    <a:tint val="75000"/>
                  </a:schemeClr>
                </a:solidFill>
              </a:defRPr>
            </a:lvl5pPr>
            <a:lvl6pPr marL="1714500" indent="0">
              <a:buNone/>
              <a:defRPr sz="1100">
                <a:solidFill>
                  <a:schemeClr val="tx1">
                    <a:tint val="75000"/>
                  </a:schemeClr>
                </a:solidFill>
              </a:defRPr>
            </a:lvl6pPr>
            <a:lvl7pPr marL="2057400" indent="0">
              <a:buNone/>
              <a:defRPr sz="1100">
                <a:solidFill>
                  <a:schemeClr val="tx1">
                    <a:tint val="75000"/>
                  </a:schemeClr>
                </a:solidFill>
              </a:defRPr>
            </a:lvl7pPr>
            <a:lvl8pPr marL="2400300" indent="0">
              <a:buNone/>
              <a:defRPr sz="1100">
                <a:solidFill>
                  <a:schemeClr val="tx1">
                    <a:tint val="75000"/>
                  </a:schemeClr>
                </a:solidFill>
              </a:defRPr>
            </a:lvl8pPr>
            <a:lvl9pPr marL="2743200" indent="0">
              <a:buNone/>
              <a:defRPr sz="11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473AACB-D821-4991-9D88-46EB8D29E619}" type="datetimeFigureOut">
              <a:rPr lang="en-GB" smtClean="0"/>
              <a:pPr/>
              <a:t>24/11/2025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25064BB-E67B-4C9B-9AC8-E5B521C073FA}" type="slidenum">
              <a:rPr lang="en-GB" smtClean="0"/>
              <a:pPr/>
              <a:t>‹#›</a:t>
            </a:fld>
            <a:endParaRPr lang="en-GB" dirty="0"/>
          </a:p>
        </p:txBody>
      </p:sp>
      <p:pic>
        <p:nvPicPr>
          <p:cNvPr id="7" name="Picture 6">
            <a:extLst>
              <a:ext uri="{FF2B5EF4-FFF2-40B4-BE49-F238E27FC236}">
                <a16:creationId xmlns="" xmlns:a16="http://schemas.microsoft.com/office/drawing/2014/main" id="{2D0B9223-1250-44AA-A6C3-F2013B85AEF3}"/>
              </a:ext>
            </a:extLst>
          </p:cNvPr>
          <p:cNvPicPr>
            <a:picLocks noChangeAspect="1"/>
          </p:cNvPicPr>
          <p:nvPr/>
        </p:nvPicPr>
        <p:blipFill>
          <a:blip r:embed="rId2"/>
          <a:stretch>
            <a:fillRect/>
          </a:stretch>
        </p:blipFill>
        <p:spPr>
          <a:xfrm>
            <a:off x="-34787" y="0"/>
            <a:ext cx="9213573" cy="5143500"/>
          </a:xfrm>
          <a:prstGeom prst="rect">
            <a:avLst/>
          </a:prstGeom>
        </p:spPr>
      </p:pic>
    </p:spTree>
    <p:extLst>
      <p:ext uri="{BB962C8B-B14F-4D97-AF65-F5344CB8AC3E}">
        <p14:creationId xmlns:p14="http://schemas.microsoft.com/office/powerpoint/2010/main" val="6508940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400">
                <a:solidFill>
                  <a:schemeClr val="tx1">
                    <a:lumMod val="50000"/>
                    <a:lumOff val="50000"/>
                  </a:schemeClr>
                </a:solidFill>
              </a:defRPr>
            </a:lvl1pPr>
            <a:lvl2pPr marL="342900" indent="0">
              <a:buNone/>
              <a:defRPr sz="1400">
                <a:solidFill>
                  <a:schemeClr val="tx1">
                    <a:tint val="75000"/>
                  </a:schemeClr>
                </a:solidFill>
              </a:defRPr>
            </a:lvl2pPr>
            <a:lvl3pPr marL="685800" indent="0">
              <a:buNone/>
              <a:defRPr sz="1200">
                <a:solidFill>
                  <a:schemeClr val="tx1">
                    <a:tint val="75000"/>
                  </a:schemeClr>
                </a:solidFill>
              </a:defRPr>
            </a:lvl3pPr>
            <a:lvl4pPr marL="1028700" indent="0">
              <a:buNone/>
              <a:defRPr sz="1100">
                <a:solidFill>
                  <a:schemeClr val="tx1">
                    <a:tint val="75000"/>
                  </a:schemeClr>
                </a:solidFill>
              </a:defRPr>
            </a:lvl4pPr>
            <a:lvl5pPr marL="1371600" indent="0">
              <a:buNone/>
              <a:defRPr sz="1100">
                <a:solidFill>
                  <a:schemeClr val="tx1">
                    <a:tint val="75000"/>
                  </a:schemeClr>
                </a:solidFill>
              </a:defRPr>
            </a:lvl5pPr>
            <a:lvl6pPr marL="1714500" indent="0">
              <a:buNone/>
              <a:defRPr sz="1100">
                <a:solidFill>
                  <a:schemeClr val="tx1">
                    <a:tint val="75000"/>
                  </a:schemeClr>
                </a:solidFill>
              </a:defRPr>
            </a:lvl6pPr>
            <a:lvl7pPr marL="2057400" indent="0">
              <a:buNone/>
              <a:defRPr sz="1100">
                <a:solidFill>
                  <a:schemeClr val="tx1">
                    <a:tint val="75000"/>
                  </a:schemeClr>
                </a:solidFill>
              </a:defRPr>
            </a:lvl7pPr>
            <a:lvl8pPr marL="2400300" indent="0">
              <a:buNone/>
              <a:defRPr sz="1100">
                <a:solidFill>
                  <a:schemeClr val="tx1">
                    <a:tint val="75000"/>
                  </a:schemeClr>
                </a:solidFill>
              </a:defRPr>
            </a:lvl8pPr>
            <a:lvl9pPr marL="2743200" indent="0">
              <a:buNone/>
              <a:defRPr sz="11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473AACB-D821-4991-9D88-46EB8D29E619}" type="datetimeFigureOut">
              <a:rPr lang="en-GB" smtClean="0"/>
              <a:pPr/>
              <a:t>24/11/2025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25064BB-E67B-4C9B-9AC8-E5B521C073FA}" type="slidenum">
              <a:rPr lang="en-GB" smtClean="0"/>
              <a:pPr/>
              <a:t>‹#›</a:t>
            </a:fld>
            <a:endParaRPr lang="en-GB" dirty="0"/>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pic>
        <p:nvPicPr>
          <p:cNvPr id="11" name="Picture 10">
            <a:extLst>
              <a:ext uri="{FF2B5EF4-FFF2-40B4-BE49-F238E27FC236}">
                <a16:creationId xmlns="" xmlns:a16="http://schemas.microsoft.com/office/drawing/2014/main" id="{D49E1C7C-7E53-49A2-B2C9-52307876DB7E}"/>
              </a:ext>
            </a:extLst>
          </p:cNvPr>
          <p:cNvPicPr>
            <a:picLocks noChangeAspect="1"/>
          </p:cNvPicPr>
          <p:nvPr/>
        </p:nvPicPr>
        <p:blipFill>
          <a:blip r:embed="rId2"/>
          <a:srcRect/>
          <a:stretch/>
        </p:blipFill>
        <p:spPr>
          <a:xfrm>
            <a:off x="-23022" y="0"/>
            <a:ext cx="9190044" cy="5143500"/>
          </a:xfrm>
          <a:prstGeom prst="rect">
            <a:avLst/>
          </a:prstGeom>
        </p:spPr>
      </p:pic>
    </p:spTree>
    <p:extLst>
      <p:ext uri="{BB962C8B-B14F-4D97-AF65-F5344CB8AC3E}">
        <p14:creationId xmlns:p14="http://schemas.microsoft.com/office/powerpoint/2010/main" val="26025291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400">
                <a:solidFill>
                  <a:schemeClr val="tx1">
                    <a:lumMod val="50000"/>
                    <a:lumOff val="50000"/>
                  </a:schemeClr>
                </a:solidFill>
              </a:defRPr>
            </a:lvl1pPr>
            <a:lvl2pPr marL="342900" indent="0">
              <a:buNone/>
              <a:defRPr sz="1400">
                <a:solidFill>
                  <a:schemeClr val="tx1">
                    <a:tint val="75000"/>
                  </a:schemeClr>
                </a:solidFill>
              </a:defRPr>
            </a:lvl2pPr>
            <a:lvl3pPr marL="685800" indent="0">
              <a:buNone/>
              <a:defRPr sz="1200">
                <a:solidFill>
                  <a:schemeClr val="tx1">
                    <a:tint val="75000"/>
                  </a:schemeClr>
                </a:solidFill>
              </a:defRPr>
            </a:lvl3pPr>
            <a:lvl4pPr marL="1028700" indent="0">
              <a:buNone/>
              <a:defRPr sz="1100">
                <a:solidFill>
                  <a:schemeClr val="tx1">
                    <a:tint val="75000"/>
                  </a:schemeClr>
                </a:solidFill>
              </a:defRPr>
            </a:lvl4pPr>
            <a:lvl5pPr marL="1371600" indent="0">
              <a:buNone/>
              <a:defRPr sz="1100">
                <a:solidFill>
                  <a:schemeClr val="tx1">
                    <a:tint val="75000"/>
                  </a:schemeClr>
                </a:solidFill>
              </a:defRPr>
            </a:lvl5pPr>
            <a:lvl6pPr marL="1714500" indent="0">
              <a:buNone/>
              <a:defRPr sz="1100">
                <a:solidFill>
                  <a:schemeClr val="tx1">
                    <a:tint val="75000"/>
                  </a:schemeClr>
                </a:solidFill>
              </a:defRPr>
            </a:lvl6pPr>
            <a:lvl7pPr marL="2057400" indent="0">
              <a:buNone/>
              <a:defRPr sz="1100">
                <a:solidFill>
                  <a:schemeClr val="tx1">
                    <a:tint val="75000"/>
                  </a:schemeClr>
                </a:solidFill>
              </a:defRPr>
            </a:lvl7pPr>
            <a:lvl8pPr marL="2400300" indent="0">
              <a:buNone/>
              <a:defRPr sz="1100">
                <a:solidFill>
                  <a:schemeClr val="tx1">
                    <a:tint val="75000"/>
                  </a:schemeClr>
                </a:solidFill>
              </a:defRPr>
            </a:lvl8pPr>
            <a:lvl9pPr marL="2743200" indent="0">
              <a:buNone/>
              <a:defRPr sz="11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473AACB-D821-4991-9D88-46EB8D29E619}" type="datetimeFigureOut">
              <a:rPr lang="en-GB" smtClean="0"/>
              <a:pPr/>
              <a:t>24/11/2025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25064BB-E67B-4C9B-9AC8-E5B521C073FA}" type="slidenum">
              <a:rPr lang="en-GB" smtClean="0"/>
              <a:pPr/>
              <a:t>‹#›</a:t>
            </a:fld>
            <a:endParaRPr lang="en-GB" dirty="0"/>
          </a:p>
        </p:txBody>
      </p:sp>
      <p:pic>
        <p:nvPicPr>
          <p:cNvPr id="9" name="Picture 8">
            <a:extLst>
              <a:ext uri="{FF2B5EF4-FFF2-40B4-BE49-F238E27FC236}">
                <a16:creationId xmlns="" xmlns:a16="http://schemas.microsoft.com/office/drawing/2014/main" id="{23082AB0-2BB5-46FE-9A17-15E1ACC06965}"/>
              </a:ext>
            </a:extLst>
          </p:cNvPr>
          <p:cNvPicPr>
            <a:picLocks noChangeAspect="1"/>
          </p:cNvPicPr>
          <p:nvPr/>
        </p:nvPicPr>
        <p:blipFill>
          <a:blip r:embed="rId2"/>
          <a:srcRect/>
          <a:stretch/>
        </p:blipFill>
        <p:spPr>
          <a:xfrm>
            <a:off x="-23022" y="0"/>
            <a:ext cx="9190044" cy="5143500"/>
          </a:xfrm>
          <a:prstGeom prst="rect">
            <a:avLst/>
          </a:prstGeom>
        </p:spPr>
      </p:pic>
    </p:spTree>
    <p:extLst>
      <p:ext uri="{BB962C8B-B14F-4D97-AF65-F5344CB8AC3E}">
        <p14:creationId xmlns:p14="http://schemas.microsoft.com/office/powerpoint/2010/main" val="10260260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a:extLst>
              <a:ext uri="{FF2B5EF4-FFF2-40B4-BE49-F238E27FC236}">
                <a16:creationId xmlns="" xmlns:a16="http://schemas.microsoft.com/office/drawing/2014/main" id="{1862E859-E5AF-4D76-9FC9-2355B24FF141}"/>
              </a:ext>
            </a:extLst>
          </p:cNvPr>
          <p:cNvPicPr>
            <a:picLocks noChangeAspect="1"/>
          </p:cNvPicPr>
          <p:nvPr/>
        </p:nvPicPr>
        <p:blipFill>
          <a:blip r:embed="rId2"/>
          <a:srcRect/>
          <a:stretch/>
        </p:blipFill>
        <p:spPr>
          <a:xfrm>
            <a:off x="-23022" y="0"/>
            <a:ext cx="9190044" cy="5143500"/>
          </a:xfrm>
          <a:prstGeom prst="rect">
            <a:avLst/>
          </a:prstGeom>
        </p:spPr>
      </p:pic>
      <p:sp>
        <p:nvSpPr>
          <p:cNvPr id="2" name="Title 1"/>
          <p:cNvSpPr>
            <a:spLocks noGrp="1"/>
          </p:cNvSpPr>
          <p:nvPr>
            <p:ph type="title"/>
          </p:nvPr>
        </p:nvSpPr>
        <p:spPr>
          <a:xfrm>
            <a:off x="508001" y="457200"/>
            <a:ext cx="5402469" cy="9906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473AACB-D821-4991-9D88-46EB8D29E619}" type="datetimeFigureOut">
              <a:rPr lang="en-GB" smtClean="0"/>
              <a:pPr/>
              <a:t>24/11/2025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25064BB-E67B-4C9B-9AC8-E5B521C073FA}" type="slidenum">
              <a:rPr lang="en-GB" smtClean="0"/>
              <a:pPr/>
              <a:t>‹#›</a:t>
            </a:fld>
            <a:endParaRPr lang="en-GB" dirty="0"/>
          </a:p>
        </p:txBody>
      </p:sp>
    </p:spTree>
    <p:extLst>
      <p:ext uri="{BB962C8B-B14F-4D97-AF65-F5344CB8AC3E}">
        <p14:creationId xmlns:p14="http://schemas.microsoft.com/office/powerpoint/2010/main" val="15056703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a:extLst>
              <a:ext uri="{FF2B5EF4-FFF2-40B4-BE49-F238E27FC236}">
                <a16:creationId xmlns="" xmlns:a16="http://schemas.microsoft.com/office/drawing/2014/main" id="{91908D0E-7544-4687-965B-72EF64AA4C54}"/>
              </a:ext>
            </a:extLst>
          </p:cNvPr>
          <p:cNvPicPr>
            <a:picLocks noChangeAspect="1"/>
          </p:cNvPicPr>
          <p:nvPr/>
        </p:nvPicPr>
        <p:blipFill>
          <a:blip r:embed="rId2"/>
          <a:srcRect/>
          <a:stretch/>
        </p:blipFill>
        <p:spPr>
          <a:xfrm>
            <a:off x="-23022" y="0"/>
            <a:ext cx="9190044" cy="5143500"/>
          </a:xfrm>
          <a:prstGeom prst="rect">
            <a:avLst/>
          </a:prstGeom>
        </p:spPr>
      </p:pic>
      <p:sp>
        <p:nvSpPr>
          <p:cNvPr id="2" name="Vertical Title 1"/>
          <p:cNvSpPr>
            <a:spLocks noGrp="1"/>
          </p:cNvSpPr>
          <p:nvPr>
            <p:ph type="title" orient="vert"/>
          </p:nvPr>
        </p:nvSpPr>
        <p:spPr>
          <a:xfrm>
            <a:off x="5975755" y="934278"/>
            <a:ext cx="978557" cy="3461510"/>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473AACB-D821-4991-9D88-46EB8D29E619}" type="datetimeFigureOut">
              <a:rPr lang="en-GB" smtClean="0"/>
              <a:pPr/>
              <a:t>24/11/2025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25064BB-E67B-4C9B-9AC8-E5B521C073FA}" type="slidenum">
              <a:rPr lang="en-GB" smtClean="0"/>
              <a:pPr/>
              <a:t>‹#›</a:t>
            </a:fld>
            <a:endParaRPr lang="en-GB" dirty="0"/>
          </a:p>
        </p:txBody>
      </p:sp>
    </p:spTree>
    <p:extLst>
      <p:ext uri="{BB962C8B-B14F-4D97-AF65-F5344CB8AC3E}">
        <p14:creationId xmlns:p14="http://schemas.microsoft.com/office/powerpoint/2010/main" val="3746687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68580" tIns="34290" rIns="68580" bIns="3429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68580" tIns="34290" rIns="68580" bIns="3429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68580" tIns="34290" rIns="68580" bIns="34290" rtlCol="0" anchor="ctr"/>
          <a:lstStyle>
            <a:lvl1pPr algn="r">
              <a:defRPr sz="700">
                <a:solidFill>
                  <a:schemeClr val="tx1">
                    <a:tint val="75000"/>
                  </a:schemeClr>
                </a:solidFill>
              </a:defRPr>
            </a:lvl1pPr>
          </a:lstStyle>
          <a:p>
            <a:fld id="{C473AACB-D821-4991-9D88-46EB8D29E619}" type="datetimeFigureOut">
              <a:rPr lang="en-GB" smtClean="0"/>
              <a:pPr/>
              <a:t>24/11/2025</a:t>
            </a:fld>
            <a:endParaRPr lang="en-GB" dirty="0"/>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68580" tIns="34290" rIns="68580" bIns="34290" rtlCol="0" anchor="ctr"/>
          <a:lstStyle>
            <a:lvl1pPr algn="l">
              <a:defRPr sz="7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68580" tIns="34290" rIns="68580" bIns="34290" rtlCol="0" anchor="ctr"/>
          <a:lstStyle>
            <a:lvl1pPr algn="r">
              <a:defRPr sz="700">
                <a:solidFill>
                  <a:schemeClr val="accent1"/>
                </a:solidFill>
              </a:defRPr>
            </a:lvl1pPr>
          </a:lstStyle>
          <a:p>
            <a:fld id="{B25064BB-E67B-4C9B-9AC8-E5B521C073FA}" type="slidenum">
              <a:rPr lang="en-GB" smtClean="0"/>
              <a:pPr/>
              <a:t>‹#›</a:t>
            </a:fld>
            <a:endParaRPr lang="en-GB" dirty="0"/>
          </a:p>
        </p:txBody>
      </p:sp>
    </p:spTree>
    <p:extLst>
      <p:ext uri="{BB962C8B-B14F-4D97-AF65-F5344CB8AC3E}">
        <p14:creationId xmlns:p14="http://schemas.microsoft.com/office/powerpoint/2010/main" val="2194436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10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400" kern="1200">
          <a:solidFill>
            <a:schemeClr val="tx1"/>
          </a:solidFill>
          <a:latin typeface="+mn-lt"/>
          <a:ea typeface="+mn-ea"/>
          <a:cs typeface="+mn-cs"/>
        </a:defRPr>
      </a:lvl1pPr>
      <a:lvl2pPr marL="342900" algn="l" defTabSz="342900" rtl="0" eaLnBrk="1" latinLnBrk="0" hangingPunct="1">
        <a:defRPr sz="1400" kern="1200">
          <a:solidFill>
            <a:schemeClr val="tx1"/>
          </a:solidFill>
          <a:latin typeface="+mn-lt"/>
          <a:ea typeface="+mn-ea"/>
          <a:cs typeface="+mn-cs"/>
        </a:defRPr>
      </a:lvl2pPr>
      <a:lvl3pPr marL="685800" algn="l" defTabSz="342900" rtl="0" eaLnBrk="1" latinLnBrk="0" hangingPunct="1">
        <a:defRPr sz="1400" kern="1200">
          <a:solidFill>
            <a:schemeClr val="tx1"/>
          </a:solidFill>
          <a:latin typeface="+mn-lt"/>
          <a:ea typeface="+mn-ea"/>
          <a:cs typeface="+mn-cs"/>
        </a:defRPr>
      </a:lvl3pPr>
      <a:lvl4pPr marL="1028700" algn="l" defTabSz="342900" rtl="0" eaLnBrk="1" latinLnBrk="0" hangingPunct="1">
        <a:defRPr sz="1400" kern="1200">
          <a:solidFill>
            <a:schemeClr val="tx1"/>
          </a:solidFill>
          <a:latin typeface="+mn-lt"/>
          <a:ea typeface="+mn-ea"/>
          <a:cs typeface="+mn-cs"/>
        </a:defRPr>
      </a:lvl4pPr>
      <a:lvl5pPr marL="1371600" algn="l" defTabSz="342900" rtl="0" eaLnBrk="1" latinLnBrk="0" hangingPunct="1">
        <a:defRPr sz="1400" kern="1200">
          <a:solidFill>
            <a:schemeClr val="tx1"/>
          </a:solidFill>
          <a:latin typeface="+mn-lt"/>
          <a:ea typeface="+mn-ea"/>
          <a:cs typeface="+mn-cs"/>
        </a:defRPr>
      </a:lvl5pPr>
      <a:lvl6pPr marL="1714500" algn="l" defTabSz="342900" rtl="0" eaLnBrk="1" latinLnBrk="0" hangingPunct="1">
        <a:defRPr sz="1400" kern="1200">
          <a:solidFill>
            <a:schemeClr val="tx1"/>
          </a:solidFill>
          <a:latin typeface="+mn-lt"/>
          <a:ea typeface="+mn-ea"/>
          <a:cs typeface="+mn-cs"/>
        </a:defRPr>
      </a:lvl6pPr>
      <a:lvl7pPr marL="2057400" algn="l" defTabSz="342900" rtl="0" eaLnBrk="1" latinLnBrk="0" hangingPunct="1">
        <a:defRPr sz="1400" kern="1200">
          <a:solidFill>
            <a:schemeClr val="tx1"/>
          </a:solidFill>
          <a:latin typeface="+mn-lt"/>
          <a:ea typeface="+mn-ea"/>
          <a:cs typeface="+mn-cs"/>
        </a:defRPr>
      </a:lvl7pPr>
      <a:lvl8pPr marL="2400300" algn="l" defTabSz="342900" rtl="0" eaLnBrk="1" latinLnBrk="0" hangingPunct="1">
        <a:defRPr sz="1400" kern="1200">
          <a:solidFill>
            <a:schemeClr val="tx1"/>
          </a:solidFill>
          <a:latin typeface="+mn-lt"/>
          <a:ea typeface="+mn-ea"/>
          <a:cs typeface="+mn-cs"/>
        </a:defRPr>
      </a:lvl8pPr>
      <a:lvl9pPr marL="2743200" algn="l" defTabSz="3429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5.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3.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smtClean="0"/>
              <a:t>GCBASIC</a:t>
            </a:r>
            <a:endParaRPr lang="en-GB" dirty="0"/>
          </a:p>
        </p:txBody>
      </p:sp>
      <p:sp>
        <p:nvSpPr>
          <p:cNvPr id="5" name="Text Placeholder 4"/>
          <p:cNvSpPr>
            <a:spLocks noGrp="1"/>
          </p:cNvSpPr>
          <p:nvPr>
            <p:ph type="body" idx="1"/>
          </p:nvPr>
        </p:nvSpPr>
        <p:spPr/>
        <p:txBody>
          <a:bodyPr>
            <a:normAutofit/>
          </a:bodyPr>
          <a:lstStyle/>
          <a:p>
            <a:r>
              <a:rPr lang="en-GB" dirty="0" smtClean="0"/>
              <a:t>PIC16F175xx</a:t>
            </a:r>
          </a:p>
          <a:p>
            <a:r>
              <a:rPr lang="en-GB" dirty="0" smtClean="0"/>
              <a:t>Part 5 – a switch  sets the LEDs state</a:t>
            </a:r>
            <a:endParaRPr lang="en-GB" dirty="0"/>
          </a:p>
        </p:txBody>
      </p:sp>
    </p:spTree>
    <p:extLst>
      <p:ext uri="{BB962C8B-B14F-4D97-AF65-F5344CB8AC3E}">
        <p14:creationId xmlns:p14="http://schemas.microsoft.com/office/powerpoint/2010/main" val="19340437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GCBASIC</a:t>
            </a:r>
            <a:endParaRPr lang="en-GB" dirty="0"/>
          </a:p>
        </p:txBody>
      </p:sp>
      <p:pic>
        <p:nvPicPr>
          <p:cNvPr id="1026" name="Picture 2" descr="D:\Build\AnobiumTransparent.jpg"/>
          <p:cNvPicPr>
            <a:picLocks noChangeAspect="1" noChangeArrowheads="1"/>
          </p:cNvPicPr>
          <p:nvPr/>
        </p:nvPicPr>
        <p:blipFill>
          <a:blip r:embed="rId2" cstate="print"/>
          <a:srcRect/>
          <a:stretch>
            <a:fillRect/>
          </a:stretch>
        </p:blipFill>
        <p:spPr bwMode="auto">
          <a:xfrm>
            <a:off x="5292080" y="911052"/>
            <a:ext cx="1828859" cy="771550"/>
          </a:xfrm>
          <a:prstGeom prst="rect">
            <a:avLst/>
          </a:prstGeom>
          <a:noFill/>
        </p:spPr>
      </p:pic>
      <p:sp>
        <p:nvSpPr>
          <p:cNvPr id="4" name="AutoShape 2" descr="ICSP connection"/>
          <p:cNvSpPr>
            <a:spLocks noChangeAspect="1" noChangeArrowheads="1"/>
          </p:cNvSpPr>
          <p:nvPr/>
        </p:nvSpPr>
        <p:spPr bwMode="auto">
          <a:xfrm>
            <a:off x="155575" y="-144462"/>
            <a:ext cx="304800" cy="304801"/>
          </a:xfrm>
          <a:prstGeom prst="rect">
            <a:avLst/>
          </a:prstGeom>
          <a:noFill/>
        </p:spPr>
        <p:txBody>
          <a:bodyPr vert="horz" wrap="square" lIns="85064" tIns="42531" rIns="85064" bIns="42531" numCol="1" anchor="t" anchorCtr="0" compatLnSpc="1">
            <a:prstTxWarp prst="textNoShape">
              <a:avLst/>
            </a:prstTxWarp>
          </a:bodyPr>
          <a:lstStyle/>
          <a:p>
            <a:endParaRPr lang="en-GB" dirty="0"/>
          </a:p>
        </p:txBody>
      </p:sp>
      <p:sp>
        <p:nvSpPr>
          <p:cNvPr id="8" name="Text Placeholder 4"/>
          <p:cNvSpPr txBox="1">
            <a:spLocks/>
          </p:cNvSpPr>
          <p:nvPr/>
        </p:nvSpPr>
        <p:spPr>
          <a:xfrm>
            <a:off x="3805512" y="2931790"/>
            <a:ext cx="3342861" cy="645300"/>
          </a:xfrm>
          <a:prstGeom prst="rect">
            <a:avLst/>
          </a:prstGeom>
        </p:spPr>
        <p:txBody>
          <a:bodyPr vert="horz" lIns="68580" tIns="34290" rIns="68580" bIns="34290" rtlCol="0" anchor="t">
            <a:normAutofit/>
          </a:bodyPr>
          <a:lstStyle>
            <a:lvl1pPr marL="0" indent="0" algn="r" defTabSz="342900" rtl="0" eaLnBrk="1" latinLnBrk="0" hangingPunct="1">
              <a:spcBef>
                <a:spcPts val="750"/>
              </a:spcBef>
              <a:spcAft>
                <a:spcPts val="0"/>
              </a:spcAft>
              <a:buClr>
                <a:schemeClr val="accent1"/>
              </a:buClr>
              <a:buSzPct val="80000"/>
              <a:buFont typeface="Wingdings 3" charset="2"/>
              <a:buNone/>
              <a:defRPr sz="1400" kern="1200">
                <a:solidFill>
                  <a:schemeClr val="tx1">
                    <a:lumMod val="50000"/>
                    <a:lumOff val="50000"/>
                  </a:schemeClr>
                </a:solidFill>
                <a:latin typeface="+mn-lt"/>
                <a:ea typeface="+mn-ea"/>
                <a:cs typeface="+mn-cs"/>
              </a:defRPr>
            </a:lvl1pPr>
            <a:lvl2pPr marL="342900" indent="0" algn="ctr" defTabSz="342900" rtl="0" eaLnBrk="1" latinLnBrk="0" hangingPunct="1">
              <a:spcBef>
                <a:spcPts val="75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2pPr>
            <a:lvl3pPr marL="685800" indent="0" algn="ctr" defTabSz="342900" rtl="0" eaLnBrk="1" latinLnBrk="0" hangingPunct="1">
              <a:spcBef>
                <a:spcPts val="750"/>
              </a:spcBef>
              <a:spcAft>
                <a:spcPts val="0"/>
              </a:spcAft>
              <a:buClr>
                <a:schemeClr val="accent1"/>
              </a:buClr>
              <a:buSzPct val="80000"/>
              <a:buFont typeface="Wingdings 3" charset="2"/>
              <a:buNone/>
              <a:defRPr sz="1100" kern="1200">
                <a:solidFill>
                  <a:schemeClr val="tx1">
                    <a:tint val="75000"/>
                  </a:schemeClr>
                </a:solidFill>
                <a:latin typeface="+mn-lt"/>
                <a:ea typeface="+mn-ea"/>
                <a:cs typeface="+mn-cs"/>
              </a:defRPr>
            </a:lvl3pPr>
            <a:lvl4pPr marL="1028700" indent="0" algn="ctr" defTabSz="342900" rtl="0" eaLnBrk="1" latinLnBrk="0" hangingPunct="1">
              <a:spcBef>
                <a:spcPts val="750"/>
              </a:spcBef>
              <a:spcAft>
                <a:spcPts val="0"/>
              </a:spcAft>
              <a:buClr>
                <a:schemeClr val="accent1"/>
              </a:buClr>
              <a:buSzPct val="80000"/>
              <a:buFont typeface="Wingdings 3" charset="2"/>
              <a:buNone/>
              <a:defRPr sz="900" kern="1200">
                <a:solidFill>
                  <a:schemeClr val="tx1">
                    <a:tint val="75000"/>
                  </a:schemeClr>
                </a:solidFill>
                <a:latin typeface="+mn-lt"/>
                <a:ea typeface="+mn-ea"/>
                <a:cs typeface="+mn-cs"/>
              </a:defRPr>
            </a:lvl4pPr>
            <a:lvl5pPr marL="1371600" indent="0" algn="ctr" defTabSz="342900" rtl="0" eaLnBrk="1" latinLnBrk="0" hangingPunct="1">
              <a:spcBef>
                <a:spcPts val="750"/>
              </a:spcBef>
              <a:spcAft>
                <a:spcPts val="0"/>
              </a:spcAft>
              <a:buClr>
                <a:schemeClr val="accent1"/>
              </a:buClr>
              <a:buSzPct val="80000"/>
              <a:buFont typeface="Wingdings 3" charset="2"/>
              <a:buNone/>
              <a:defRPr sz="900" kern="1200">
                <a:solidFill>
                  <a:schemeClr val="tx1">
                    <a:tint val="75000"/>
                  </a:schemeClr>
                </a:solidFill>
                <a:latin typeface="+mn-lt"/>
                <a:ea typeface="+mn-ea"/>
                <a:cs typeface="+mn-cs"/>
              </a:defRPr>
            </a:lvl5pPr>
            <a:lvl6pPr marL="1714500" indent="0" algn="ctr" defTabSz="342900" rtl="0" eaLnBrk="1" latinLnBrk="0" hangingPunct="1">
              <a:spcBef>
                <a:spcPts val="750"/>
              </a:spcBef>
              <a:spcAft>
                <a:spcPts val="0"/>
              </a:spcAft>
              <a:buClr>
                <a:schemeClr val="accent1"/>
              </a:buClr>
              <a:buSzPct val="80000"/>
              <a:buFont typeface="Wingdings 3" charset="2"/>
              <a:buNone/>
              <a:defRPr sz="900" kern="1200">
                <a:solidFill>
                  <a:schemeClr val="tx1">
                    <a:tint val="75000"/>
                  </a:schemeClr>
                </a:solidFill>
                <a:latin typeface="+mn-lt"/>
                <a:ea typeface="+mn-ea"/>
                <a:cs typeface="+mn-cs"/>
              </a:defRPr>
            </a:lvl6pPr>
            <a:lvl7pPr marL="2057400" indent="0" algn="ctr" defTabSz="342900" rtl="0" eaLnBrk="1" latinLnBrk="0" hangingPunct="1">
              <a:spcBef>
                <a:spcPts val="750"/>
              </a:spcBef>
              <a:spcAft>
                <a:spcPts val="0"/>
              </a:spcAft>
              <a:buClr>
                <a:schemeClr val="accent1"/>
              </a:buClr>
              <a:buSzPct val="80000"/>
              <a:buFont typeface="Wingdings 3" charset="2"/>
              <a:buNone/>
              <a:defRPr sz="900" kern="1200">
                <a:solidFill>
                  <a:schemeClr val="tx1">
                    <a:tint val="75000"/>
                  </a:schemeClr>
                </a:solidFill>
                <a:latin typeface="+mn-lt"/>
                <a:ea typeface="+mn-ea"/>
                <a:cs typeface="+mn-cs"/>
              </a:defRPr>
            </a:lvl7pPr>
            <a:lvl8pPr marL="2400300" indent="0" algn="ctr" defTabSz="342900" rtl="0" eaLnBrk="1" latinLnBrk="0" hangingPunct="1">
              <a:spcBef>
                <a:spcPts val="750"/>
              </a:spcBef>
              <a:spcAft>
                <a:spcPts val="0"/>
              </a:spcAft>
              <a:buClr>
                <a:schemeClr val="accent1"/>
              </a:buClr>
              <a:buSzPct val="80000"/>
              <a:buFont typeface="Wingdings 3" charset="2"/>
              <a:buNone/>
              <a:defRPr sz="900" kern="1200">
                <a:solidFill>
                  <a:schemeClr val="tx1">
                    <a:tint val="75000"/>
                  </a:schemeClr>
                </a:solidFill>
                <a:latin typeface="+mn-lt"/>
                <a:ea typeface="+mn-ea"/>
                <a:cs typeface="+mn-cs"/>
              </a:defRPr>
            </a:lvl8pPr>
            <a:lvl9pPr marL="2743200" indent="0" algn="ctr" defTabSz="342900" rtl="0" eaLnBrk="1" latinLnBrk="0" hangingPunct="1">
              <a:spcBef>
                <a:spcPts val="750"/>
              </a:spcBef>
              <a:spcAft>
                <a:spcPts val="0"/>
              </a:spcAft>
              <a:buClr>
                <a:schemeClr val="accent1"/>
              </a:buClr>
              <a:buSzPct val="80000"/>
              <a:buFont typeface="Wingdings 3" charset="2"/>
              <a:buNone/>
              <a:defRPr sz="900" kern="1200">
                <a:solidFill>
                  <a:schemeClr val="tx1">
                    <a:tint val="75000"/>
                  </a:schemeClr>
                </a:solidFill>
                <a:latin typeface="+mn-lt"/>
                <a:ea typeface="+mn-ea"/>
                <a:cs typeface="+mn-cs"/>
              </a:defRPr>
            </a:lvl9pPr>
          </a:lstStyle>
          <a:p>
            <a:r>
              <a:rPr lang="en-GB" dirty="0" smtClean="0"/>
              <a:t>PIC16F175xx</a:t>
            </a:r>
          </a:p>
          <a:p>
            <a:r>
              <a:rPr lang="en-GB" dirty="0"/>
              <a:t>Part 5 – a switch  sets the LEDs state</a:t>
            </a:r>
          </a:p>
        </p:txBody>
      </p:sp>
      <p:pic>
        <p:nvPicPr>
          <p:cNvPr id="7" name="Picture 4" descr="PIC16F17556 | Microchip Technolog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50880" y="3974993"/>
            <a:ext cx="2415427" cy="117825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PIC16F19175 | Microchip Technology"/>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44136" y="3943142"/>
            <a:ext cx="1384038" cy="11921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GCBASIC</a:t>
            </a:r>
            <a:endParaRPr lang="en-GB" dirty="0"/>
          </a:p>
        </p:txBody>
      </p:sp>
      <p:pic>
        <p:nvPicPr>
          <p:cNvPr id="1026" name="Picture 2" descr="D:\Build\AnobiumTransparent.jpg"/>
          <p:cNvPicPr>
            <a:picLocks noChangeAspect="1" noChangeArrowheads="1"/>
          </p:cNvPicPr>
          <p:nvPr/>
        </p:nvPicPr>
        <p:blipFill>
          <a:blip r:embed="rId2" cstate="print"/>
          <a:srcRect/>
          <a:stretch>
            <a:fillRect/>
          </a:stretch>
        </p:blipFill>
        <p:spPr bwMode="auto">
          <a:xfrm>
            <a:off x="5292080" y="911052"/>
            <a:ext cx="1828859" cy="771550"/>
          </a:xfrm>
          <a:prstGeom prst="rect">
            <a:avLst/>
          </a:prstGeom>
          <a:noFill/>
        </p:spPr>
      </p:pic>
      <p:sp>
        <p:nvSpPr>
          <p:cNvPr id="4" name="AutoShape 2" descr="ICSP connection"/>
          <p:cNvSpPr>
            <a:spLocks noChangeAspect="1" noChangeArrowheads="1"/>
          </p:cNvSpPr>
          <p:nvPr/>
        </p:nvSpPr>
        <p:spPr bwMode="auto">
          <a:xfrm>
            <a:off x="155575" y="-144462"/>
            <a:ext cx="304800" cy="304801"/>
          </a:xfrm>
          <a:prstGeom prst="rect">
            <a:avLst/>
          </a:prstGeom>
          <a:noFill/>
        </p:spPr>
        <p:txBody>
          <a:bodyPr vert="horz" wrap="square" lIns="85064" tIns="42531" rIns="85064" bIns="42531" numCol="1" anchor="t" anchorCtr="0" compatLnSpc="1">
            <a:prstTxWarp prst="textNoShape">
              <a:avLst/>
            </a:prstTxWarp>
          </a:bodyPr>
          <a:lstStyle/>
          <a:p>
            <a:endParaRPr lang="en-GB" dirty="0"/>
          </a:p>
        </p:txBody>
      </p:sp>
      <p:sp>
        <p:nvSpPr>
          <p:cNvPr id="7" name="Rectangle 6"/>
          <p:cNvSpPr/>
          <p:nvPr/>
        </p:nvSpPr>
        <p:spPr>
          <a:xfrm>
            <a:off x="539552" y="2067694"/>
            <a:ext cx="7367888" cy="707886"/>
          </a:xfrm>
          <a:prstGeom prst="rect">
            <a:avLst/>
          </a:prstGeom>
          <a:noFill/>
        </p:spPr>
        <p:txBody>
          <a:bodyPr wrap="square" lIns="91440" tIns="45720" rIns="91440" bIns="45720">
            <a:spAutoFit/>
          </a:bodyPr>
          <a:lstStyle/>
          <a:p>
            <a:pPr algn="ctr"/>
            <a:r>
              <a:rPr lang="en-US" sz="4000" b="1" dirty="0" smtClean="0">
                <a:ln w="10541" cmpd="sng">
                  <a:solidFill>
                    <a:srgbClr val="7D7D7D">
                      <a:tint val="100000"/>
                      <a:shade val="100000"/>
                      <a:satMod val="110000"/>
                    </a:srgbClr>
                  </a:solidFill>
                  <a:prstDash val="solid"/>
                </a:ln>
                <a:solidFill>
                  <a:srgbClr val="FF0000"/>
                </a:solidFill>
              </a:rPr>
              <a:t>Like and subscribe</a:t>
            </a:r>
            <a:r>
              <a:rPr lang="en-US" sz="4000" b="1" dirty="0">
                <a:ln w="10541" cmpd="sng">
                  <a:solidFill>
                    <a:srgbClr val="7D7D7D">
                      <a:tint val="100000"/>
                      <a:shade val="100000"/>
                      <a:satMod val="110000"/>
                    </a:srgbClr>
                  </a:solidFill>
                  <a:prstDash val="solid"/>
                </a:ln>
                <a:solidFill>
                  <a:srgbClr val="FF0000"/>
                </a:solidFill>
              </a:rPr>
              <a:t>!</a:t>
            </a:r>
            <a:endParaRPr lang="en-US" sz="4000" b="1" dirty="0" smtClean="0">
              <a:ln w="10541" cmpd="sng">
                <a:solidFill>
                  <a:srgbClr val="7D7D7D">
                    <a:tint val="100000"/>
                    <a:shade val="100000"/>
                    <a:satMod val="110000"/>
                  </a:srgbClr>
                </a:solidFill>
                <a:prstDash val="solid"/>
              </a:ln>
              <a:solidFill>
                <a:srgbClr val="FF0000"/>
              </a:solidFill>
            </a:endParaRPr>
          </a:p>
        </p:txBody>
      </p:sp>
      <p:sp>
        <p:nvSpPr>
          <p:cNvPr id="11" name="Date Placeholder 3"/>
          <p:cNvSpPr>
            <a:spLocks noGrp="1"/>
          </p:cNvSpPr>
          <p:nvPr>
            <p:ph type="dt" sz="half" idx="10"/>
          </p:nvPr>
        </p:nvSpPr>
        <p:spPr>
          <a:xfrm>
            <a:off x="6113182" y="4384422"/>
            <a:ext cx="354882" cy="305233"/>
          </a:xfrm>
        </p:spPr>
        <p:txBody>
          <a:bodyPr/>
          <a:lstStyle/>
          <a:p>
            <a:fld id="{1E700B27-DE4C-4B9E-BB11-B9027034A00F}" type="datetimeFigureOut">
              <a:rPr lang="en-US" smtClean="0"/>
              <a:pPr/>
              <a:t>11/24/2025</a:t>
            </a:fld>
            <a:endParaRPr lang="en-US" dirty="0"/>
          </a:p>
        </p:txBody>
      </p:sp>
      <p:pic>
        <p:nvPicPr>
          <p:cNvPr id="9" name="Picture 4" descr="PIC16F17556 | Microchip Technolog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50880" y="3974993"/>
            <a:ext cx="2415427" cy="117825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PIC16F19175 | Microchip Technology"/>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44136" y="3943142"/>
            <a:ext cx="1384038" cy="1192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5734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Videos...</a:t>
            </a:r>
            <a:endParaRPr lang="en-GB" dirty="0"/>
          </a:p>
        </p:txBody>
      </p:sp>
      <p:sp>
        <p:nvSpPr>
          <p:cNvPr id="3" name="Content Placeholder 2"/>
          <p:cNvSpPr>
            <a:spLocks noGrp="1"/>
          </p:cNvSpPr>
          <p:nvPr>
            <p:ph idx="1"/>
          </p:nvPr>
        </p:nvSpPr>
        <p:spPr>
          <a:xfrm>
            <a:off x="467544" y="987574"/>
            <a:ext cx="6447501" cy="4111476"/>
          </a:xfrm>
          <a:solidFill>
            <a:schemeClr val="bg1"/>
          </a:solidFill>
        </p:spPr>
        <p:txBody>
          <a:bodyPr>
            <a:noAutofit/>
          </a:bodyPr>
          <a:lstStyle/>
          <a:p>
            <a:pPr marL="180000" indent="-478483">
              <a:spcBef>
                <a:spcPts val="300"/>
              </a:spcBef>
              <a:buFont typeface="+mj-lt"/>
              <a:buAutoNum type="arabicPeriod"/>
            </a:pPr>
            <a:r>
              <a:rPr lang="en-GB" sz="1100" dirty="0"/>
              <a:t>Install the hardware and make the board work – three LED programs</a:t>
            </a:r>
          </a:p>
          <a:p>
            <a:pPr marL="180000" indent="-478483">
              <a:spcBef>
                <a:spcPts val="300"/>
              </a:spcBef>
              <a:buFont typeface="+mj-lt"/>
              <a:buAutoNum type="arabicPeriod"/>
            </a:pPr>
            <a:r>
              <a:rPr lang="en-GB" sz="1100" dirty="0"/>
              <a:t>Make  four LEDs flash in a sequence</a:t>
            </a:r>
          </a:p>
          <a:p>
            <a:pPr marL="180000" indent="-478483">
              <a:spcBef>
                <a:spcPts val="300"/>
              </a:spcBef>
              <a:buFont typeface="+mj-lt"/>
              <a:buAutoNum type="arabicPeriod"/>
            </a:pPr>
            <a:r>
              <a:rPr lang="en-GB" sz="1100" dirty="0"/>
              <a:t>Set the LEDs to represent the value of ADC</a:t>
            </a:r>
          </a:p>
          <a:p>
            <a:pPr marL="180000" indent="-478483">
              <a:spcBef>
                <a:spcPts val="300"/>
              </a:spcBef>
              <a:buFont typeface="+mj-lt"/>
              <a:buAutoNum type="arabicPeriod"/>
            </a:pPr>
            <a:r>
              <a:rPr lang="en-GB" sz="1100" dirty="0"/>
              <a:t>Sequence the LEDs with a delay using the value of ADC</a:t>
            </a:r>
          </a:p>
          <a:p>
            <a:pPr marL="180000" indent="-478483">
              <a:spcBef>
                <a:spcPts val="300"/>
              </a:spcBef>
              <a:buFont typeface="+mj-lt"/>
              <a:buAutoNum type="arabicPeriod"/>
            </a:pPr>
            <a:r>
              <a:rPr lang="en-GB" sz="1100" b="1" dirty="0"/>
              <a:t>Using an input to set the state of the LEDs</a:t>
            </a:r>
          </a:p>
          <a:p>
            <a:pPr marL="180000" indent="-478483">
              <a:spcBef>
                <a:spcPts val="300"/>
              </a:spcBef>
              <a:buFont typeface="+mj-lt"/>
              <a:buAutoNum type="arabicPeriod"/>
            </a:pPr>
            <a:r>
              <a:rPr lang="en-GB" sz="1100" dirty="0"/>
              <a:t>Using the reset switch</a:t>
            </a:r>
          </a:p>
          <a:p>
            <a:pPr marL="180000" indent="-478483">
              <a:spcBef>
                <a:spcPts val="300"/>
              </a:spcBef>
              <a:buFont typeface="+mj-lt"/>
              <a:buAutoNum type="arabicPeriod"/>
            </a:pPr>
            <a:r>
              <a:rPr lang="en-GB" sz="1100" dirty="0"/>
              <a:t>Using the switch, ADC – make the LEDs flash in a sequence with reverse</a:t>
            </a:r>
          </a:p>
          <a:p>
            <a:pPr marL="180000" indent="-478483">
              <a:spcBef>
                <a:spcPts val="300"/>
              </a:spcBef>
              <a:buFont typeface="+mj-lt"/>
              <a:buAutoNum type="arabicPeriod"/>
            </a:pPr>
            <a:r>
              <a:rPr lang="en-GB" sz="1100" dirty="0"/>
              <a:t>Using the serial to display values</a:t>
            </a:r>
          </a:p>
          <a:p>
            <a:pPr marL="180000" indent="-478483">
              <a:spcBef>
                <a:spcPts val="300"/>
              </a:spcBef>
              <a:buFont typeface="+mj-lt"/>
              <a:buAutoNum type="arabicPeriod"/>
            </a:pPr>
            <a:r>
              <a:rPr lang="en-GB" sz="1100" dirty="0"/>
              <a:t>Using the timer0 overflow, 8bit timer, 16bit timer to flash the LEDs</a:t>
            </a:r>
          </a:p>
          <a:p>
            <a:pPr marL="180000" indent="-478483">
              <a:spcBef>
                <a:spcPts val="300"/>
              </a:spcBef>
              <a:buFont typeface="+mj-lt"/>
              <a:buAutoNum type="arabicPeriod"/>
            </a:pPr>
            <a:r>
              <a:rPr lang="en-GB" sz="1100" dirty="0"/>
              <a:t>Using EEProm – showing values on the serial terminal, and more constants insights</a:t>
            </a:r>
          </a:p>
          <a:p>
            <a:pPr marL="180000" indent="-478483">
              <a:spcBef>
                <a:spcPts val="300"/>
              </a:spcBef>
              <a:buFont typeface="+mj-lt"/>
              <a:buAutoNum type="arabicPeriod"/>
            </a:pPr>
            <a:r>
              <a:rPr lang="en-GB" sz="1100" dirty="0"/>
              <a:t>Using I2C with serial to discover I2C devices</a:t>
            </a:r>
          </a:p>
          <a:p>
            <a:pPr marL="180000" indent="-478483">
              <a:spcBef>
                <a:spcPts val="300"/>
              </a:spcBef>
              <a:buFont typeface="+mj-lt"/>
              <a:buAutoNum type="arabicPeriod"/>
            </a:pPr>
            <a:r>
              <a:rPr lang="en-GB" sz="1100" dirty="0"/>
              <a:t>Using an I2C GCLD display</a:t>
            </a:r>
          </a:p>
          <a:p>
            <a:pPr marL="180000" indent="-478483">
              <a:spcBef>
                <a:spcPts val="300"/>
              </a:spcBef>
              <a:buFont typeface="+mj-lt"/>
              <a:buAutoNum type="arabicPeriod"/>
            </a:pPr>
            <a:r>
              <a:rPr lang="en-GB" sz="1100" dirty="0"/>
              <a:t>Using a SPI GCLD display</a:t>
            </a:r>
          </a:p>
          <a:p>
            <a:pPr marL="180000" indent="-478483">
              <a:spcBef>
                <a:spcPts val="300"/>
              </a:spcBef>
              <a:buFont typeface="+mj-lt"/>
              <a:buAutoNum type="arabicPeriod"/>
            </a:pPr>
            <a:r>
              <a:rPr lang="en-GB" sz="1100" dirty="0"/>
              <a:t>Using PWM, 7  ways,  to dim the LEDS</a:t>
            </a:r>
          </a:p>
          <a:p>
            <a:pPr marL="180000" indent="-478483">
              <a:spcBef>
                <a:spcPts val="300"/>
              </a:spcBef>
              <a:buFont typeface="+mj-lt"/>
              <a:buAutoNum type="arabicPeriod"/>
            </a:pPr>
            <a:r>
              <a:rPr lang="en-GB" sz="1100" dirty="0"/>
              <a:t>Using an external interrupt to control an LED</a:t>
            </a:r>
          </a:p>
          <a:p>
            <a:pPr marL="180000" indent="-478483">
              <a:spcBef>
                <a:spcPts val="300"/>
              </a:spcBef>
              <a:buFont typeface="+mj-lt"/>
              <a:buAutoNum type="arabicPeriod"/>
            </a:pPr>
            <a:r>
              <a:rPr lang="en-GB" sz="1100" dirty="0"/>
              <a:t>Using storage within the chip – Progmem, SAF memory, EEPROM and DATA blocks</a:t>
            </a:r>
          </a:p>
          <a:p>
            <a:pPr marL="180000" indent="-478483">
              <a:spcBef>
                <a:spcPts val="300"/>
              </a:spcBef>
              <a:buFont typeface="+mj-lt"/>
              <a:buAutoNum type="arabicPeriod"/>
            </a:pPr>
            <a:r>
              <a:rPr lang="en-GB" sz="1100" dirty="0"/>
              <a:t>Using CLC</a:t>
            </a:r>
          </a:p>
          <a:p>
            <a:pPr marL="180000" indent="-478483">
              <a:spcBef>
                <a:spcPts val="300"/>
              </a:spcBef>
              <a:buFont typeface="+mj-lt"/>
              <a:buAutoNum type="arabicPeriod"/>
            </a:pPr>
            <a:r>
              <a:rPr lang="en-GB" sz="1100" dirty="0"/>
              <a:t>The GCBASIC tool chain</a:t>
            </a:r>
          </a:p>
          <a:p>
            <a:pPr marL="180000" indent="-478483">
              <a:spcBef>
                <a:spcPts val="300"/>
              </a:spcBef>
              <a:buFont typeface="+mj-lt"/>
              <a:buAutoNum type="arabicPeriod"/>
            </a:pPr>
            <a:r>
              <a:rPr lang="en-GB" sz="1100" dirty="0"/>
              <a:t>Assembly , alternatives assemblers and MPLAB-X</a:t>
            </a:r>
          </a:p>
          <a:p>
            <a:pPr marL="180000" indent="-478483">
              <a:spcBef>
                <a:spcPts val="300"/>
              </a:spcBef>
              <a:buFont typeface="+mj-lt"/>
              <a:buAutoNum type="arabicPeriod"/>
            </a:pPr>
            <a:r>
              <a:rPr lang="en-GB" sz="1100" dirty="0"/>
              <a:t>Summary</a:t>
            </a:r>
          </a:p>
          <a:p>
            <a:pPr marL="180000" indent="-478483">
              <a:spcBef>
                <a:spcPts val="300"/>
              </a:spcBef>
              <a:buFont typeface="+mj-lt"/>
              <a:buAutoNum type="arabicPeriod"/>
            </a:pPr>
            <a:endParaRPr lang="en-GB" sz="400" dirty="0" smtClean="0">
              <a:solidFill>
                <a:schemeClr val="bg1">
                  <a:lumMod val="75000"/>
                </a:schemeClr>
              </a:solidFill>
            </a:endParaRPr>
          </a:p>
          <a:p>
            <a:pPr marL="180000" indent="-478483">
              <a:spcBef>
                <a:spcPts val="300"/>
              </a:spcBef>
              <a:buNone/>
            </a:pPr>
            <a:endParaRPr lang="en-GB" sz="700" dirty="0" smtClean="0"/>
          </a:p>
          <a:p>
            <a:pPr marL="180000" indent="-478483">
              <a:spcBef>
                <a:spcPts val="300"/>
              </a:spcBef>
              <a:buFont typeface="+mj-lt"/>
              <a:buAutoNum type="arabicPeriod"/>
            </a:pPr>
            <a:endParaRPr lang="en-GB" sz="700" dirty="0" smtClean="0"/>
          </a:p>
          <a:p>
            <a:pPr marL="180000" indent="-478483">
              <a:spcBef>
                <a:spcPts val="300"/>
              </a:spcBef>
              <a:buFont typeface="+mj-lt"/>
              <a:buAutoNum type="arabicPeriod"/>
            </a:pPr>
            <a:endParaRPr lang="en-GB" sz="500" dirty="0" smtClean="0"/>
          </a:p>
          <a:p>
            <a:pPr marL="180000" indent="-478483">
              <a:spcBef>
                <a:spcPts val="300"/>
              </a:spcBef>
              <a:buFont typeface="+mj-lt"/>
              <a:buAutoNum type="arabicPeriod"/>
            </a:pPr>
            <a:endParaRPr lang="en-GB" sz="500" dirty="0" smtClean="0"/>
          </a:p>
          <a:p>
            <a:pPr marL="180000" indent="-478483">
              <a:spcBef>
                <a:spcPts val="300"/>
              </a:spcBef>
              <a:buFont typeface="+mj-lt"/>
              <a:buAutoNum type="arabicPeriod"/>
            </a:pPr>
            <a:endParaRPr lang="en-GB" sz="500" dirty="0" smtClean="0"/>
          </a:p>
          <a:p>
            <a:pPr marL="180000" indent="-478483">
              <a:spcBef>
                <a:spcPts val="300"/>
              </a:spcBef>
              <a:buFont typeface="+mj-lt"/>
              <a:buAutoNum type="arabicPeriod"/>
            </a:pPr>
            <a:endParaRPr lang="en-GB" sz="500" dirty="0"/>
          </a:p>
        </p:txBody>
      </p:sp>
    </p:spTree>
    <p:extLst>
      <p:ext uri="{BB962C8B-B14F-4D97-AF65-F5344CB8AC3E}">
        <p14:creationId xmlns:p14="http://schemas.microsoft.com/office/powerpoint/2010/main" val="19478655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smtClean="0"/>
              <a:t>PIC16F175xx</a:t>
            </a:r>
            <a:endParaRPr lang="en-GB" dirty="0"/>
          </a:p>
        </p:txBody>
      </p:sp>
      <p:sp>
        <p:nvSpPr>
          <p:cNvPr id="3" name="Content Placeholder 2"/>
          <p:cNvSpPr>
            <a:spLocks noGrp="1"/>
          </p:cNvSpPr>
          <p:nvPr>
            <p:ph idx="1"/>
          </p:nvPr>
        </p:nvSpPr>
        <p:spPr/>
        <p:txBody>
          <a:bodyPr>
            <a:normAutofit fontScale="92500"/>
          </a:bodyPr>
          <a:lstStyle/>
          <a:p>
            <a:r>
              <a:rPr lang="en-GB" dirty="0" smtClean="0"/>
              <a:t>PIC16165xx  is a high performance PIC16</a:t>
            </a:r>
          </a:p>
          <a:p>
            <a:pPr lvl="1"/>
            <a:r>
              <a:rPr lang="en-GB" b="1" dirty="0"/>
              <a:t>Digital and </a:t>
            </a:r>
            <a:r>
              <a:rPr lang="en-GB" b="1" dirty="0" err="1"/>
              <a:t>analog</a:t>
            </a:r>
            <a:r>
              <a:rPr lang="en-GB" b="1" dirty="0"/>
              <a:t> peripherals</a:t>
            </a:r>
            <a:r>
              <a:rPr lang="en-GB" dirty="0"/>
              <a:t> for flexible embedded control</a:t>
            </a:r>
          </a:p>
          <a:p>
            <a:pPr lvl="1"/>
            <a:r>
              <a:rPr lang="en-GB" b="1" dirty="0"/>
              <a:t>10-bit ADC</a:t>
            </a:r>
            <a:r>
              <a:rPr lang="en-GB" dirty="0"/>
              <a:t> for accurate </a:t>
            </a:r>
            <a:r>
              <a:rPr lang="en-GB" dirty="0" err="1"/>
              <a:t>analog</a:t>
            </a:r>
            <a:r>
              <a:rPr lang="en-GB" dirty="0"/>
              <a:t> signal conversion</a:t>
            </a:r>
          </a:p>
          <a:p>
            <a:pPr lvl="1"/>
            <a:r>
              <a:rPr lang="en-GB" b="1" dirty="0"/>
              <a:t>Multiple communication interfaces</a:t>
            </a:r>
            <a:r>
              <a:rPr lang="en-GB" dirty="0"/>
              <a:t> including UART (serial), I²C, and SPI</a:t>
            </a:r>
          </a:p>
          <a:p>
            <a:pPr lvl="1"/>
            <a:r>
              <a:rPr lang="en-GB" b="1" dirty="0"/>
              <a:t>PWM modules</a:t>
            </a:r>
            <a:r>
              <a:rPr lang="en-GB" dirty="0"/>
              <a:t> with CCP and 16-bit resolution for precise timing and motor control</a:t>
            </a:r>
          </a:p>
          <a:p>
            <a:pPr lvl="1"/>
            <a:r>
              <a:rPr lang="en-GB" b="1" dirty="0"/>
              <a:t>Configurable Logic Cells (CLCs)</a:t>
            </a:r>
            <a:r>
              <a:rPr lang="en-GB" dirty="0"/>
              <a:t> for custom hardware-level logic without external components</a:t>
            </a:r>
          </a:p>
          <a:p>
            <a:pPr lvl="1"/>
            <a:r>
              <a:rPr lang="en-GB" b="1" dirty="0"/>
              <a:t>Integrated op amps</a:t>
            </a:r>
            <a:r>
              <a:rPr lang="en-GB" dirty="0"/>
              <a:t> for </a:t>
            </a:r>
            <a:r>
              <a:rPr lang="en-GB" dirty="0" err="1"/>
              <a:t>onboard</a:t>
            </a:r>
            <a:r>
              <a:rPr lang="en-GB" dirty="0"/>
              <a:t> </a:t>
            </a:r>
            <a:r>
              <a:rPr lang="en-GB" dirty="0" err="1"/>
              <a:t>analog</a:t>
            </a:r>
            <a:r>
              <a:rPr lang="en-GB" dirty="0"/>
              <a:t> signal conditioning and amplification</a:t>
            </a:r>
          </a:p>
          <a:p>
            <a:endParaRPr lang="en-GB" dirty="0" smtClean="0"/>
          </a:p>
          <a:p>
            <a:r>
              <a:rPr lang="en-GB" dirty="0" smtClean="0"/>
              <a:t>The PIC16175xx offers 14, 20, 28, 40 and 44-pin products in small footprint packages to support customers in a wide variety of applications. </a:t>
            </a:r>
          </a:p>
          <a:p>
            <a:endParaRPr lang="en-GB" dirty="0"/>
          </a:p>
        </p:txBody>
      </p:sp>
    </p:spTree>
    <p:extLst>
      <p:ext uri="{BB962C8B-B14F-4D97-AF65-F5344CB8AC3E}">
        <p14:creationId xmlns:p14="http://schemas.microsoft.com/office/powerpoint/2010/main" val="37011768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smtClean="0"/>
              <a:t>Prerequisites </a:t>
            </a:r>
            <a:endParaRPr lang="en-GB" dirty="0"/>
          </a:p>
        </p:txBody>
      </p:sp>
      <p:sp>
        <p:nvSpPr>
          <p:cNvPr id="3" name="Content Placeholder 2"/>
          <p:cNvSpPr>
            <a:spLocks noGrp="1"/>
          </p:cNvSpPr>
          <p:nvPr>
            <p:ph idx="1"/>
          </p:nvPr>
        </p:nvSpPr>
        <p:spPr/>
        <p:txBody>
          <a:bodyPr/>
          <a:lstStyle/>
          <a:p>
            <a:r>
              <a:rPr lang="en-GB" dirty="0" smtClean="0"/>
              <a:t>Assumes you have </a:t>
            </a:r>
          </a:p>
          <a:p>
            <a:pPr marL="778521" lvl="1" indent="-478483"/>
            <a:r>
              <a:rPr lang="en-GB" dirty="0" smtClean="0"/>
              <a:t>Installed the GCBASIC software</a:t>
            </a:r>
          </a:p>
          <a:p>
            <a:pPr marL="778521" lvl="1" indent="-478483"/>
            <a:r>
              <a:rPr lang="en-GB" dirty="0" smtClean="0"/>
              <a:t>Installed your programmer software</a:t>
            </a:r>
          </a:p>
          <a:p>
            <a:pPr marL="778521" lvl="1" indent="-478483"/>
            <a:r>
              <a:rPr lang="en-GB" dirty="0" smtClean="0"/>
              <a:t>Test that you have the 16F175xx attached</a:t>
            </a:r>
          </a:p>
          <a:p>
            <a:pPr marL="778521" lvl="1" indent="-478483"/>
            <a:r>
              <a:rPr lang="en-GB" dirty="0" smtClean="0"/>
              <a:t>You have the 4 LEDs operating</a:t>
            </a:r>
          </a:p>
          <a:p>
            <a:pPr marL="778521" lvl="1" indent="-478483"/>
            <a:r>
              <a:rPr lang="en-GB" dirty="0" smtClean="0"/>
              <a:t>You have a POT connected</a:t>
            </a:r>
          </a:p>
          <a:p>
            <a:pPr marL="778521" lvl="1" indent="-478483"/>
            <a:r>
              <a:rPr lang="en-GB" dirty="0" smtClean="0"/>
              <a:t>You have a SWITCH connected</a:t>
            </a:r>
          </a:p>
          <a:p>
            <a:pPr marL="0" indent="0">
              <a:buNone/>
            </a:pPr>
            <a:endParaRPr lang="en-GB" dirty="0" smtClean="0"/>
          </a:p>
          <a:p>
            <a:pPr marL="0" indent="0">
              <a:buNone/>
            </a:pPr>
            <a:endParaRPr lang="en-GB"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501030"/>
            <a:ext cx="5400600" cy="990600"/>
          </a:xfrm>
        </p:spPr>
        <p:txBody>
          <a:bodyPr vert="horz" lIns="85064" tIns="42531" rIns="85064" bIns="42531" rtlCol="0" anchor="t">
            <a:normAutofit/>
          </a:bodyPr>
          <a:lstStyle/>
          <a:p>
            <a:r>
              <a:rPr lang="en-GB" dirty="0"/>
              <a:t>Digital input</a:t>
            </a:r>
          </a:p>
        </p:txBody>
      </p:sp>
      <p:sp>
        <p:nvSpPr>
          <p:cNvPr id="6" name="Oval 5"/>
          <p:cNvSpPr/>
          <p:nvPr/>
        </p:nvSpPr>
        <p:spPr>
          <a:xfrm>
            <a:off x="6876256" y="2787774"/>
            <a:ext cx="1547664" cy="151216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AutoShape 4" descr="Uploaded 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 name="AutoShape 6" descr="Uploaded imag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 name="AutoShape 8" descr="image.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nvGrpSpPr>
          <p:cNvPr id="25" name="Group 24"/>
          <p:cNvGrpSpPr/>
          <p:nvPr/>
        </p:nvGrpSpPr>
        <p:grpSpPr>
          <a:xfrm>
            <a:off x="547911" y="1563638"/>
            <a:ext cx="4384129" cy="2952328"/>
            <a:chOff x="1043608" y="1563638"/>
            <a:chExt cx="4384129" cy="2952328"/>
          </a:xfrm>
        </p:grpSpPr>
        <p:pic>
          <p:nvPicPr>
            <p:cNvPr id="1036"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563638"/>
              <a:ext cx="1476375" cy="292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7"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912" y="1565118"/>
              <a:ext cx="1647825" cy="295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Rectangle 23"/>
            <p:cNvSpPr/>
            <p:nvPr/>
          </p:nvSpPr>
          <p:spPr>
            <a:xfrm>
              <a:off x="2555776" y="1563638"/>
              <a:ext cx="1152128" cy="28940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6" name="Rectangle 25"/>
          <p:cNvSpPr/>
          <p:nvPr/>
        </p:nvSpPr>
        <p:spPr>
          <a:xfrm>
            <a:off x="515615" y="1707654"/>
            <a:ext cx="2120528" cy="2880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dirty="0" smtClean="0">
                <a:solidFill>
                  <a:schemeClr val="tx1"/>
                </a:solidFill>
              </a:rPr>
              <a:t>ADC</a:t>
            </a:r>
            <a:endParaRPr lang="en-GB" dirty="0">
              <a:solidFill>
                <a:schemeClr val="tx1"/>
              </a:solidFill>
            </a:endParaRPr>
          </a:p>
        </p:txBody>
      </p:sp>
      <p:sp>
        <p:nvSpPr>
          <p:cNvPr id="15" name="Rectangle 14"/>
          <p:cNvSpPr/>
          <p:nvPr/>
        </p:nvSpPr>
        <p:spPr>
          <a:xfrm>
            <a:off x="460375" y="3435846"/>
            <a:ext cx="2120528" cy="8640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dirty="0" smtClean="0">
                <a:solidFill>
                  <a:schemeClr val="tx1"/>
                </a:solidFill>
              </a:rPr>
              <a:t>LED</a:t>
            </a:r>
            <a:endParaRPr lang="en-GB" dirty="0">
              <a:solidFill>
                <a:schemeClr val="tx1"/>
              </a:solidFill>
            </a:endParaRPr>
          </a:p>
        </p:txBody>
      </p:sp>
      <p:sp>
        <p:nvSpPr>
          <p:cNvPr id="16" name="Rectangle 15"/>
          <p:cNvSpPr/>
          <p:nvPr/>
        </p:nvSpPr>
        <p:spPr>
          <a:xfrm>
            <a:off x="507256" y="2283718"/>
            <a:ext cx="2120528" cy="2880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b="1" dirty="0" smtClean="0">
                <a:solidFill>
                  <a:schemeClr val="tx1"/>
                </a:solidFill>
              </a:rPr>
              <a:t>SW</a:t>
            </a:r>
            <a:endParaRPr lang="en-GB" b="1" dirty="0">
              <a:solidFill>
                <a:schemeClr val="tx1"/>
              </a:solidFill>
            </a:endParaRPr>
          </a:p>
        </p:txBody>
      </p:sp>
      <p:pic>
        <p:nvPicPr>
          <p:cNvPr id="17" name="Picture 2"/>
          <p:cNvPicPr>
            <a:picLocks noChangeAspect="1" noChangeArrowheads="1"/>
          </p:cNvPicPr>
          <p:nvPr/>
        </p:nvPicPr>
        <p:blipFill>
          <a:blip r:embed="rId4" cstate="print"/>
          <a:srcRect/>
          <a:stretch>
            <a:fillRect/>
          </a:stretch>
        </p:blipFill>
        <p:spPr bwMode="auto">
          <a:xfrm>
            <a:off x="6026986" y="2440971"/>
            <a:ext cx="3056087" cy="2643758"/>
          </a:xfrm>
          <a:prstGeom prst="rect">
            <a:avLst/>
          </a:prstGeom>
          <a:noFill/>
          <a:ln w="9525">
            <a:noFill/>
            <a:miter lim="800000"/>
            <a:headEnd/>
            <a:tailEnd/>
          </a:ln>
          <a:effectLst/>
        </p:spPr>
      </p:pic>
      <p:sp>
        <p:nvSpPr>
          <p:cNvPr id="4" name="Rectangle 3"/>
          <p:cNvSpPr/>
          <p:nvPr/>
        </p:nvSpPr>
        <p:spPr>
          <a:xfrm>
            <a:off x="6732240" y="3651870"/>
            <a:ext cx="432048" cy="3182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Connector 9"/>
          <p:cNvCxnSpPr/>
          <p:nvPr/>
        </p:nvCxnSpPr>
        <p:spPr>
          <a:xfrm>
            <a:off x="6660232" y="3867894"/>
            <a:ext cx="648072"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285541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smtClean="0"/>
              <a:t>Hardware</a:t>
            </a:r>
            <a:endParaRPr lang="en-GB" dirty="0"/>
          </a:p>
        </p:txBody>
      </p:sp>
      <p:sp>
        <p:nvSpPr>
          <p:cNvPr id="3" name="Content Placeholder 2"/>
          <p:cNvSpPr>
            <a:spLocks noGrp="1"/>
          </p:cNvSpPr>
          <p:nvPr>
            <p:ph idx="1"/>
          </p:nvPr>
        </p:nvSpPr>
        <p:spPr/>
        <p:txBody>
          <a:bodyPr/>
          <a:lstStyle/>
          <a:p>
            <a:r>
              <a:rPr lang="en-GB" dirty="0"/>
              <a:t>Prototype Board</a:t>
            </a:r>
          </a:p>
          <a:p>
            <a:r>
              <a:rPr lang="en-GB" dirty="0"/>
              <a:t>Power 5v0</a:t>
            </a:r>
          </a:p>
          <a:p>
            <a:r>
              <a:rPr lang="en-GB" dirty="0"/>
              <a:t>Programmer</a:t>
            </a:r>
          </a:p>
          <a:p>
            <a:r>
              <a:rPr lang="en-GB" dirty="0"/>
              <a:t>LEDs &amp; resistors</a:t>
            </a:r>
          </a:p>
          <a:p>
            <a:r>
              <a:rPr lang="en-GB" dirty="0"/>
              <a:t>Switch &amp; resistors</a:t>
            </a:r>
          </a:p>
          <a:p>
            <a:endParaRPr lang="en-GB" dirty="0"/>
          </a:p>
        </p:txBody>
      </p:sp>
      <p:sp>
        <p:nvSpPr>
          <p:cNvPr id="4" name="TextBox 3"/>
          <p:cNvSpPr txBox="1"/>
          <p:nvPr/>
        </p:nvSpPr>
        <p:spPr>
          <a:xfrm>
            <a:off x="2123728" y="1635646"/>
            <a:ext cx="5328592" cy="3600986"/>
          </a:xfrm>
          <a:prstGeom prst="rect">
            <a:avLst/>
          </a:prstGeom>
          <a:noFill/>
        </p:spPr>
        <p:txBody>
          <a:bodyPr wrap="square" rtlCol="0">
            <a:spAutoFit/>
          </a:bodyPr>
          <a:lstStyle/>
          <a:p>
            <a:r>
              <a:rPr lang="en-GB" sz="1200" b="1" dirty="0">
                <a:latin typeface="Courier New" panose="02070309020205020404" pitchFamily="49" charset="0"/>
                <a:cs typeface="Courier New" panose="02070309020205020404" pitchFamily="49" charset="0"/>
              </a:rPr>
              <a:t>    Hardware</a:t>
            </a:r>
          </a:p>
          <a:p>
            <a:r>
              <a:rPr lang="en-GB" sz="1200" b="1" dirty="0" smtClean="0">
                <a:latin typeface="Courier New" panose="02070309020205020404" pitchFamily="49" charset="0"/>
                <a:cs typeface="Courier New" panose="02070309020205020404" pitchFamily="49" charset="0"/>
              </a:rPr>
              <a:t>'' </a:t>
            </a:r>
            <a:r>
              <a:rPr lang="en-GB" sz="1200" b="1" dirty="0">
                <a:latin typeface="Courier New" panose="02070309020205020404" pitchFamily="49" charset="0"/>
                <a:cs typeface="Courier New" panose="02070309020205020404" pitchFamily="49" charset="0"/>
              </a:rPr>
              <a:t>-------------------PORTA----------------</a:t>
            </a:r>
          </a:p>
          <a:p>
            <a:r>
              <a:rPr lang="en-GB" sz="1200" b="1" dirty="0">
                <a:latin typeface="Courier New" panose="02070309020205020404" pitchFamily="49" charset="0"/>
                <a:cs typeface="Courier New" panose="02070309020205020404" pitchFamily="49" charset="0"/>
              </a:rPr>
              <a:t>'' Bit#:  -7---6---5---4---3---2---1---0---</a:t>
            </a:r>
          </a:p>
          <a:p>
            <a:r>
              <a:rPr lang="en-GB" sz="1200" b="1" dirty="0">
                <a:latin typeface="Courier New" panose="02070309020205020404" pitchFamily="49" charset="0"/>
                <a:cs typeface="Courier New" panose="02070309020205020404" pitchFamily="49" charset="0"/>
              </a:rPr>
              <a:t>'' IO:    </a:t>
            </a:r>
            <a:r>
              <a:rPr lang="en-GB" sz="1200" b="1" dirty="0" smtClean="0">
                <a:latin typeface="Courier New" panose="02070309020205020404" pitchFamily="49" charset="0"/>
                <a:cs typeface="Courier New" panose="02070309020205020404" pitchFamily="49" charset="0"/>
              </a:rPr>
              <a:t>---------------- SW---------ADC--</a:t>
            </a:r>
            <a:endParaRPr lang="en-GB" sz="1200" b="1" dirty="0">
              <a:latin typeface="Courier New" panose="02070309020205020404" pitchFamily="49" charset="0"/>
              <a:cs typeface="Courier New" panose="02070309020205020404" pitchFamily="49" charset="0"/>
            </a:endParaRPr>
          </a:p>
          <a:p>
            <a:r>
              <a:rPr lang="en-GB" sz="1200" b="1" dirty="0">
                <a:latin typeface="Courier New" panose="02070309020205020404" pitchFamily="49" charset="0"/>
                <a:cs typeface="Courier New" panose="02070309020205020404" pitchFamily="49" charset="0"/>
              </a:rPr>
              <a:t>''-----------------------------------------</a:t>
            </a:r>
          </a:p>
          <a:p>
            <a:r>
              <a:rPr lang="en-GB" sz="1200" b="1" dirty="0">
                <a:latin typeface="Courier New" panose="02070309020205020404" pitchFamily="49" charset="0"/>
                <a:cs typeface="Courier New" panose="02070309020205020404" pitchFamily="49" charset="0"/>
              </a:rPr>
              <a:t>''</a:t>
            </a:r>
          </a:p>
          <a:p>
            <a:endParaRPr lang="en-GB" sz="1200" b="1" dirty="0">
              <a:latin typeface="Courier New" panose="02070309020205020404" pitchFamily="49" charset="0"/>
              <a:cs typeface="Courier New" panose="02070309020205020404" pitchFamily="49" charset="0"/>
            </a:endParaRPr>
          </a:p>
          <a:p>
            <a:r>
              <a:rPr lang="en-GB" sz="1200" b="1" dirty="0">
                <a:latin typeface="Courier New" panose="02070309020205020404" pitchFamily="49" charset="0"/>
                <a:cs typeface="Courier New" panose="02070309020205020404" pitchFamily="49" charset="0"/>
              </a:rPr>
              <a:t>'' -------------------PORTB----------------</a:t>
            </a:r>
          </a:p>
          <a:p>
            <a:r>
              <a:rPr lang="en-GB" sz="1200" b="1" dirty="0">
                <a:latin typeface="Courier New" panose="02070309020205020404" pitchFamily="49" charset="0"/>
                <a:cs typeface="Courier New" panose="02070309020205020404" pitchFamily="49" charset="0"/>
              </a:rPr>
              <a:t>'' Bit#:  -7---6---5---4---3---2---1---0---</a:t>
            </a:r>
          </a:p>
          <a:p>
            <a:r>
              <a:rPr lang="en-GB" sz="1200" b="1" dirty="0">
                <a:latin typeface="Courier New" panose="02070309020205020404" pitchFamily="49" charset="0"/>
                <a:cs typeface="Courier New" panose="02070309020205020404" pitchFamily="49" charset="0"/>
              </a:rPr>
              <a:t>'' IO:    ---------------------------------</a:t>
            </a:r>
          </a:p>
          <a:p>
            <a:r>
              <a:rPr lang="en-GB" sz="1200" b="1" dirty="0">
                <a:latin typeface="Courier New" panose="02070309020205020404" pitchFamily="49" charset="0"/>
                <a:cs typeface="Courier New" panose="02070309020205020404" pitchFamily="49" charset="0"/>
              </a:rPr>
              <a:t>''-----------------------------------------</a:t>
            </a:r>
          </a:p>
          <a:p>
            <a:r>
              <a:rPr lang="en-GB" sz="1200" b="1" dirty="0">
                <a:latin typeface="Courier New" panose="02070309020205020404" pitchFamily="49" charset="0"/>
                <a:cs typeface="Courier New" panose="02070309020205020404" pitchFamily="49" charset="0"/>
              </a:rPr>
              <a:t>''</a:t>
            </a:r>
          </a:p>
          <a:p>
            <a:endParaRPr lang="en-GB" sz="1200" b="1" dirty="0">
              <a:latin typeface="Courier New" panose="02070309020205020404" pitchFamily="49" charset="0"/>
              <a:cs typeface="Courier New" panose="02070309020205020404" pitchFamily="49" charset="0"/>
            </a:endParaRPr>
          </a:p>
          <a:p>
            <a:r>
              <a:rPr lang="en-GB" sz="1200" b="1" dirty="0">
                <a:latin typeface="Courier New" panose="02070309020205020404" pitchFamily="49" charset="0"/>
                <a:cs typeface="Courier New" panose="02070309020205020404" pitchFamily="49" charset="0"/>
              </a:rPr>
              <a:t>'' ------------------PORTC-----------------</a:t>
            </a:r>
          </a:p>
          <a:p>
            <a:r>
              <a:rPr lang="en-GB" sz="1200" b="1" dirty="0">
                <a:latin typeface="Courier New" panose="02070309020205020404" pitchFamily="49" charset="0"/>
                <a:cs typeface="Courier New" panose="02070309020205020404" pitchFamily="49" charset="0"/>
              </a:rPr>
              <a:t>'' Bit#:  -7---6---5---4---3---2---1---0---</a:t>
            </a:r>
          </a:p>
          <a:p>
            <a:r>
              <a:rPr lang="en-GB" sz="1200" b="1" dirty="0">
                <a:latin typeface="Courier New" panose="02070309020205020404" pitchFamily="49" charset="0"/>
                <a:cs typeface="Courier New" panose="02070309020205020404" pitchFamily="49" charset="0"/>
              </a:rPr>
              <a:t>'' IO:    ---------------LED--LED-LED-LED--</a:t>
            </a:r>
          </a:p>
          <a:p>
            <a:r>
              <a:rPr lang="en-GB" sz="1200" b="1" dirty="0">
                <a:latin typeface="Courier New" panose="02070309020205020404" pitchFamily="49" charset="0"/>
                <a:cs typeface="Courier New" panose="02070309020205020404" pitchFamily="49" charset="0"/>
              </a:rPr>
              <a:t>''-----------------------------------------</a:t>
            </a:r>
          </a:p>
          <a:p>
            <a:r>
              <a:rPr lang="en-GB" sz="1200" b="1" dirty="0">
                <a:latin typeface="Courier New" panose="02070309020205020404" pitchFamily="49" charset="0"/>
                <a:cs typeface="Courier New" panose="02070309020205020404" pitchFamily="49" charset="0"/>
              </a:rPr>
              <a:t>''</a:t>
            </a:r>
            <a:br>
              <a:rPr lang="en-GB" sz="1200" b="1" dirty="0">
                <a:latin typeface="Courier New" panose="02070309020205020404" pitchFamily="49" charset="0"/>
                <a:cs typeface="Courier New" panose="02070309020205020404" pitchFamily="49" charset="0"/>
              </a:rPr>
            </a:br>
            <a:endParaRPr lang="en-GB" sz="12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652045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220072" y="51470"/>
            <a:ext cx="3024336" cy="4896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p:txBody>
          <a:bodyPr vert="horz" lIns="85064" tIns="42531" rIns="85064" bIns="42531" rtlCol="0" anchor="t">
            <a:normAutofit/>
          </a:bodyPr>
          <a:lstStyle/>
          <a:p>
            <a:pPr algn="l"/>
            <a:r>
              <a:rPr lang="en-GB" dirty="0" smtClean="0"/>
              <a:t>Tutorial overview</a:t>
            </a:r>
            <a:endParaRPr lang="en-GB" dirty="0"/>
          </a:p>
        </p:txBody>
      </p:sp>
      <p:sp>
        <p:nvSpPr>
          <p:cNvPr id="19" name="Content Placeholder 2"/>
          <p:cNvSpPr>
            <a:spLocks noGrp="1"/>
          </p:cNvSpPr>
          <p:nvPr>
            <p:ph idx="1"/>
          </p:nvPr>
        </p:nvSpPr>
        <p:spPr>
          <a:xfrm>
            <a:off x="508001" y="1786855"/>
            <a:ext cx="4856087" cy="2744167"/>
          </a:xfrm>
        </p:spPr>
        <p:txBody>
          <a:bodyPr>
            <a:normAutofit lnSpcReduction="10000"/>
          </a:bodyPr>
          <a:lstStyle/>
          <a:p>
            <a:r>
              <a:rPr lang="en-GB" dirty="0" smtClean="0"/>
              <a:t>Initialise microcontroller</a:t>
            </a:r>
          </a:p>
          <a:p>
            <a:endParaRPr lang="en-GB" dirty="0" smtClean="0"/>
          </a:p>
          <a:p>
            <a:r>
              <a:rPr lang="en-GB" dirty="0" smtClean="0"/>
              <a:t>Check the switch </a:t>
            </a:r>
          </a:p>
          <a:p>
            <a:pPr lvl="1"/>
            <a:r>
              <a:rPr lang="en-GB" dirty="0" smtClean="0"/>
              <a:t>If pushed then toggle LED</a:t>
            </a:r>
          </a:p>
          <a:p>
            <a:pPr lvl="1"/>
            <a:r>
              <a:rPr lang="en-GB" dirty="0" smtClean="0"/>
              <a:t>If not pushed then do it again</a:t>
            </a:r>
          </a:p>
          <a:p>
            <a:pPr lvl="1"/>
            <a:endParaRPr lang="en-GB" dirty="0" smtClean="0"/>
          </a:p>
          <a:p>
            <a:r>
              <a:rPr lang="en-GB" dirty="0" smtClean="0"/>
              <a:t>Checking the switch by using function to inspect the switch state</a:t>
            </a:r>
          </a:p>
          <a:p>
            <a:endParaRPr lang="en-GB" dirty="0"/>
          </a:p>
          <a:p>
            <a:r>
              <a:rPr lang="en-GB" dirty="0" smtClean="0"/>
              <a:t>Repeat</a:t>
            </a:r>
            <a:endParaRPr lang="en-GB" dirty="0"/>
          </a:p>
        </p:txBody>
      </p:sp>
      <p:sp>
        <p:nvSpPr>
          <p:cNvPr id="4" name="Flowchart: Alternate Process 3"/>
          <p:cNvSpPr/>
          <p:nvPr/>
        </p:nvSpPr>
        <p:spPr>
          <a:xfrm>
            <a:off x="5580112" y="339502"/>
            <a:ext cx="1584176" cy="360040"/>
          </a:xfrm>
          <a:prstGeom prst="flowChartAlternate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smtClean="0">
                <a:solidFill>
                  <a:schemeClr val="tx1"/>
                </a:solidFill>
              </a:rPr>
              <a:t>Initialise</a:t>
            </a:r>
            <a:endParaRPr lang="en-GB" sz="1000" dirty="0">
              <a:solidFill>
                <a:schemeClr val="tx1"/>
              </a:solidFill>
            </a:endParaRPr>
          </a:p>
        </p:txBody>
      </p:sp>
      <p:sp>
        <p:nvSpPr>
          <p:cNvPr id="5" name="Flowchart: Alternate Process 4"/>
          <p:cNvSpPr/>
          <p:nvPr/>
        </p:nvSpPr>
        <p:spPr>
          <a:xfrm>
            <a:off x="5580112" y="987574"/>
            <a:ext cx="1584176" cy="360040"/>
          </a:xfrm>
          <a:prstGeom prst="flowChartAlternate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smtClean="0">
                <a:solidFill>
                  <a:schemeClr val="tx1"/>
                </a:solidFill>
              </a:rPr>
              <a:t>Set  LEDs off</a:t>
            </a:r>
            <a:endParaRPr lang="en-GB" sz="1000" dirty="0">
              <a:solidFill>
                <a:schemeClr val="tx1"/>
              </a:solidFill>
            </a:endParaRPr>
          </a:p>
        </p:txBody>
      </p:sp>
      <p:sp>
        <p:nvSpPr>
          <p:cNvPr id="8" name="Flowchart: Decision 7"/>
          <p:cNvSpPr/>
          <p:nvPr/>
        </p:nvSpPr>
        <p:spPr>
          <a:xfrm>
            <a:off x="5693268" y="1633984"/>
            <a:ext cx="1357865" cy="576064"/>
          </a:xfrm>
          <a:prstGeom prst="flowChartDecis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50" dirty="0" smtClean="0">
                <a:solidFill>
                  <a:schemeClr val="tx1"/>
                </a:solidFill>
              </a:rPr>
              <a:t>Keypressed = TRUE</a:t>
            </a:r>
            <a:endParaRPr lang="en-GB" sz="1200" dirty="0">
              <a:solidFill>
                <a:schemeClr val="tx1"/>
              </a:solidFill>
            </a:endParaRPr>
          </a:p>
        </p:txBody>
      </p:sp>
      <p:cxnSp>
        <p:nvCxnSpPr>
          <p:cNvPr id="9" name="Straight Arrow Connector 8"/>
          <p:cNvCxnSpPr/>
          <p:nvPr/>
        </p:nvCxnSpPr>
        <p:spPr>
          <a:xfrm>
            <a:off x="6300192" y="699542"/>
            <a:ext cx="0" cy="2880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6300192" y="1347614"/>
            <a:ext cx="0" cy="2880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Flowchart: Alternate Process 21"/>
          <p:cNvSpPr/>
          <p:nvPr/>
        </p:nvSpPr>
        <p:spPr>
          <a:xfrm>
            <a:off x="5580112" y="4443958"/>
            <a:ext cx="1584176" cy="360040"/>
          </a:xfrm>
          <a:prstGeom prst="flowChartAlternate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smtClean="0">
                <a:solidFill>
                  <a:schemeClr val="tx1"/>
                </a:solidFill>
              </a:rPr>
              <a:t>Loop</a:t>
            </a:r>
            <a:endParaRPr lang="en-GB" sz="1000" dirty="0">
              <a:solidFill>
                <a:schemeClr val="tx1"/>
              </a:solidFill>
            </a:endParaRPr>
          </a:p>
        </p:txBody>
      </p:sp>
      <p:cxnSp>
        <p:nvCxnSpPr>
          <p:cNvPr id="26" name="Elbow Connector 25"/>
          <p:cNvCxnSpPr>
            <a:stCxn id="22" idx="1"/>
            <a:endCxn id="8" idx="1"/>
          </p:cNvCxnSpPr>
          <p:nvPr/>
        </p:nvCxnSpPr>
        <p:spPr>
          <a:xfrm rot="10800000" flipH="1">
            <a:off x="5580112" y="1922016"/>
            <a:ext cx="113156" cy="2701962"/>
          </a:xfrm>
          <a:prstGeom prst="bentConnector3">
            <a:avLst>
              <a:gd name="adj1" fmla="val -202022"/>
            </a:avLst>
          </a:prstGeom>
          <a:ln>
            <a:tailEnd type="arrow"/>
          </a:ln>
        </p:spPr>
        <p:style>
          <a:lnRef idx="1">
            <a:schemeClr val="accent1"/>
          </a:lnRef>
          <a:fillRef idx="0">
            <a:schemeClr val="accent1"/>
          </a:fillRef>
          <a:effectRef idx="0">
            <a:schemeClr val="accent1"/>
          </a:effectRef>
          <a:fontRef idx="minor">
            <a:schemeClr val="tx1"/>
          </a:fontRef>
        </p:style>
      </p:cxnSp>
      <p:sp>
        <p:nvSpPr>
          <p:cNvPr id="33" name="Flowchart: Alternate Process 32"/>
          <p:cNvSpPr/>
          <p:nvPr/>
        </p:nvSpPr>
        <p:spPr>
          <a:xfrm>
            <a:off x="7164288" y="3075806"/>
            <a:ext cx="1008112" cy="360040"/>
          </a:xfrm>
          <a:prstGeom prst="flowChartAlternate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smtClean="0">
                <a:solidFill>
                  <a:schemeClr val="tx1"/>
                </a:solidFill>
              </a:rPr>
              <a:t>Toggle LEDs</a:t>
            </a:r>
            <a:endParaRPr lang="en-GB" sz="1000" dirty="0">
              <a:solidFill>
                <a:schemeClr val="tx1"/>
              </a:solidFill>
            </a:endParaRPr>
          </a:p>
        </p:txBody>
      </p:sp>
      <p:cxnSp>
        <p:nvCxnSpPr>
          <p:cNvPr id="35" name="Straight Arrow Connector 34"/>
          <p:cNvCxnSpPr>
            <a:stCxn id="8" idx="2"/>
            <a:endCxn id="22" idx="0"/>
          </p:cNvCxnSpPr>
          <p:nvPr/>
        </p:nvCxnSpPr>
        <p:spPr>
          <a:xfrm flipH="1">
            <a:off x="6372200" y="2210048"/>
            <a:ext cx="1" cy="22339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Elbow Connector 36"/>
          <p:cNvCxnSpPr>
            <a:endCxn id="33" idx="0"/>
          </p:cNvCxnSpPr>
          <p:nvPr/>
        </p:nvCxnSpPr>
        <p:spPr>
          <a:xfrm rot="16200000" flipH="1">
            <a:off x="6768244" y="2175706"/>
            <a:ext cx="1152128" cy="648072"/>
          </a:xfrm>
          <a:prstGeom prst="bentConnector3">
            <a:avLst>
              <a:gd name="adj1" fmla="val 396"/>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hape 38"/>
          <p:cNvCxnSpPr>
            <a:stCxn id="33" idx="2"/>
            <a:endCxn id="22" idx="3"/>
          </p:cNvCxnSpPr>
          <p:nvPr/>
        </p:nvCxnSpPr>
        <p:spPr>
          <a:xfrm rot="5400000">
            <a:off x="6822250" y="3777884"/>
            <a:ext cx="1188132" cy="504056"/>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6156176" y="3075806"/>
            <a:ext cx="441146" cy="353943"/>
          </a:xfrm>
          <a:prstGeom prst="rect">
            <a:avLst/>
          </a:prstGeom>
          <a:solidFill>
            <a:schemeClr val="bg1"/>
          </a:solidFill>
        </p:spPr>
        <p:txBody>
          <a:bodyPr wrap="none" rtlCol="0">
            <a:spAutoFit/>
          </a:bodyPr>
          <a:lstStyle/>
          <a:p>
            <a:r>
              <a:rPr lang="en-GB" dirty="0" smtClean="0"/>
              <a:t>No</a:t>
            </a:r>
            <a:endParaRPr lang="en-GB" dirty="0"/>
          </a:p>
        </p:txBody>
      </p:sp>
      <p:sp>
        <p:nvSpPr>
          <p:cNvPr id="50" name="TextBox 49"/>
          <p:cNvSpPr txBox="1"/>
          <p:nvPr/>
        </p:nvSpPr>
        <p:spPr>
          <a:xfrm>
            <a:off x="7438058" y="2400548"/>
            <a:ext cx="468783" cy="353943"/>
          </a:xfrm>
          <a:prstGeom prst="rect">
            <a:avLst/>
          </a:prstGeom>
          <a:solidFill>
            <a:schemeClr val="bg1"/>
          </a:solidFill>
        </p:spPr>
        <p:txBody>
          <a:bodyPr wrap="none" rtlCol="0">
            <a:spAutoFit/>
          </a:bodyPr>
          <a:lstStyle/>
          <a:p>
            <a:r>
              <a:rPr lang="en-GB" dirty="0" smtClean="0"/>
              <a:t>Yes</a:t>
            </a:r>
            <a:endParaRPr lang="en-GB" dirty="0"/>
          </a:p>
        </p:txBody>
      </p:sp>
    </p:spTree>
    <p:extLst>
      <p:ext uri="{BB962C8B-B14F-4D97-AF65-F5344CB8AC3E}">
        <p14:creationId xmlns:p14="http://schemas.microsoft.com/office/powerpoint/2010/main" val="426273333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85064" tIns="42531" rIns="85064" bIns="42531" rtlCol="0" anchor="t">
            <a:normAutofit/>
          </a:bodyPr>
          <a:lstStyle/>
          <a:p>
            <a:pPr algn="l"/>
            <a:r>
              <a:rPr lang="en-GB" dirty="0" smtClean="0"/>
              <a:t>Lab</a:t>
            </a:r>
          </a:p>
        </p:txBody>
      </p:sp>
      <p:sp>
        <p:nvSpPr>
          <p:cNvPr id="4" name="Content Placeholder 2"/>
          <p:cNvSpPr>
            <a:spLocks noGrp="1"/>
          </p:cNvSpPr>
          <p:nvPr>
            <p:ph idx="1"/>
          </p:nvPr>
        </p:nvSpPr>
        <p:spPr/>
        <p:txBody>
          <a:bodyPr/>
          <a:lstStyle/>
          <a:p>
            <a:r>
              <a:rPr lang="en-GB" dirty="0" smtClean="0"/>
              <a:t>Review GCSTUDIO options</a:t>
            </a:r>
          </a:p>
          <a:p>
            <a:endParaRPr lang="en-GB" dirty="0" smtClean="0"/>
          </a:p>
          <a:p>
            <a:r>
              <a:rPr lang="en-GB" dirty="0" smtClean="0"/>
              <a:t>Examine the sample code</a:t>
            </a:r>
          </a:p>
          <a:p>
            <a:r>
              <a:rPr lang="en-GB" dirty="0" smtClean="0"/>
              <a:t>Review the results</a:t>
            </a:r>
            <a:endParaRPr lang="en-GB" dirty="0"/>
          </a:p>
        </p:txBody>
      </p:sp>
    </p:spTree>
    <p:extLst>
      <p:ext uri="{BB962C8B-B14F-4D97-AF65-F5344CB8AC3E}">
        <p14:creationId xmlns:p14="http://schemas.microsoft.com/office/powerpoint/2010/main" val="423291739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lstStyle/>
          <a:p>
            <a:endParaRPr lang="en-GB"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900" y="-20538"/>
            <a:ext cx="4572000" cy="5216813"/>
          </a:xfrm>
          <a:prstGeom prst="rect">
            <a:avLst/>
          </a:prstGeom>
          <a:solidFill>
            <a:schemeClr val="bg1"/>
          </a:solidFill>
        </p:spPr>
        <p:txBody>
          <a:bodyPr>
            <a:spAutoFit/>
          </a:bodyPr>
          <a:lstStyle/>
          <a:p>
            <a:r>
              <a:rPr lang="en-GB" sz="900" dirty="0">
                <a:latin typeface="Courier New" panose="02070309020205020404" pitchFamily="49" charset="0"/>
                <a:cs typeface="Courier New" panose="02070309020205020404" pitchFamily="49" charset="0"/>
              </a:rPr>
              <a:t>// Function to debounce a switch and return the stable state</a:t>
            </a:r>
          </a:p>
          <a:p>
            <a:r>
              <a:rPr lang="en-GB" sz="900" dirty="0">
                <a:latin typeface="Courier New" panose="02070309020205020404" pitchFamily="49" charset="0"/>
                <a:cs typeface="Courier New" panose="02070309020205020404" pitchFamily="49" charset="0"/>
              </a:rPr>
              <a:t>Function DebounceSwitch as Bit</a:t>
            </a:r>
          </a:p>
          <a:p>
            <a:r>
              <a:rPr lang="en-GB" sz="900" dirty="0">
                <a:latin typeface="Courier New" panose="02070309020205020404" pitchFamily="49" charset="0"/>
                <a:cs typeface="Courier New" panose="02070309020205020404" pitchFamily="49" charset="0"/>
              </a:rPr>
              <a:t>    </a:t>
            </a:r>
          </a:p>
          <a:p>
            <a:r>
              <a:rPr lang="en-GB" sz="900" dirty="0">
                <a:latin typeface="Courier New" panose="02070309020205020404" pitchFamily="49" charset="0"/>
                <a:cs typeface="Courier New" panose="02070309020205020404" pitchFamily="49" charset="0"/>
              </a:rPr>
              <a:t>    // Define variables</a:t>
            </a:r>
          </a:p>
          <a:p>
            <a:r>
              <a:rPr lang="en-GB" sz="900" dirty="0">
                <a:latin typeface="Courier New" panose="02070309020205020404" pitchFamily="49" charset="0"/>
                <a:cs typeface="Courier New" panose="02070309020205020404" pitchFamily="49" charset="0"/>
              </a:rPr>
              <a:t>    Dim CurrentState As Bit</a:t>
            </a:r>
          </a:p>
          <a:p>
            <a:r>
              <a:rPr lang="en-GB" sz="900" dirty="0">
                <a:latin typeface="Courier New" panose="02070309020205020404" pitchFamily="49" charset="0"/>
                <a:cs typeface="Courier New" panose="02070309020205020404" pitchFamily="49" charset="0"/>
              </a:rPr>
              <a:t>    Dim LastState As Bit</a:t>
            </a:r>
          </a:p>
          <a:p>
            <a:r>
              <a:rPr lang="en-GB" sz="900" dirty="0">
                <a:latin typeface="Courier New" panose="02070309020205020404" pitchFamily="49" charset="0"/>
                <a:cs typeface="Courier New" panose="02070309020205020404" pitchFamily="49" charset="0"/>
              </a:rPr>
              <a:t>    Dim StableState As Bit</a:t>
            </a:r>
          </a:p>
          <a:p>
            <a:r>
              <a:rPr lang="en-GB" sz="900" dirty="0">
                <a:latin typeface="Courier New" panose="02070309020205020404" pitchFamily="49" charset="0"/>
                <a:cs typeface="Courier New" panose="02070309020205020404" pitchFamily="49" charset="0"/>
              </a:rPr>
              <a:t>    Dim Counter As Byte</a:t>
            </a:r>
          </a:p>
          <a:p>
            <a:endParaRPr lang="en-GB" sz="900" dirty="0">
              <a:latin typeface="Courier New" panose="02070309020205020404" pitchFamily="49" charset="0"/>
              <a:cs typeface="Courier New" panose="02070309020205020404" pitchFamily="49" charset="0"/>
            </a:endParaRPr>
          </a:p>
          <a:p>
            <a:r>
              <a:rPr lang="en-GB" sz="900" dirty="0">
                <a:latin typeface="Courier New" panose="02070309020205020404" pitchFamily="49" charset="0"/>
                <a:cs typeface="Courier New" panose="02070309020205020404" pitchFamily="49" charset="0"/>
              </a:rPr>
              <a:t>    // Initialize states and counter</a:t>
            </a:r>
          </a:p>
          <a:p>
            <a:r>
              <a:rPr lang="en-GB" sz="900" dirty="0">
                <a:latin typeface="Courier New" panose="02070309020205020404" pitchFamily="49" charset="0"/>
                <a:cs typeface="Courier New" panose="02070309020205020404" pitchFamily="49" charset="0"/>
              </a:rPr>
              <a:t>    LastState = SWITCHIN</a:t>
            </a:r>
          </a:p>
          <a:p>
            <a:r>
              <a:rPr lang="en-GB" sz="900" dirty="0">
                <a:latin typeface="Courier New" panose="02070309020205020404" pitchFamily="49" charset="0"/>
                <a:cs typeface="Courier New" panose="02070309020205020404" pitchFamily="49" charset="0"/>
              </a:rPr>
              <a:t>    StableState = LastState</a:t>
            </a:r>
          </a:p>
          <a:p>
            <a:r>
              <a:rPr lang="en-GB" sz="900" dirty="0">
                <a:latin typeface="Courier New" panose="02070309020205020404" pitchFamily="49" charset="0"/>
                <a:cs typeface="Courier New" panose="02070309020205020404" pitchFamily="49" charset="0"/>
              </a:rPr>
              <a:t>    Counter = 0</a:t>
            </a:r>
          </a:p>
          <a:p>
            <a:endParaRPr lang="en-GB" sz="900" dirty="0">
              <a:latin typeface="Courier New" panose="02070309020205020404" pitchFamily="49" charset="0"/>
              <a:cs typeface="Courier New" panose="02070309020205020404" pitchFamily="49" charset="0"/>
            </a:endParaRPr>
          </a:p>
          <a:p>
            <a:r>
              <a:rPr lang="en-GB" sz="900" dirty="0">
                <a:latin typeface="Courier New" panose="02070309020205020404" pitchFamily="49" charset="0"/>
                <a:cs typeface="Courier New" panose="02070309020205020404" pitchFamily="49" charset="0"/>
              </a:rPr>
              <a:t>    // Debounce loop: checks the state multiple times to ensure stability</a:t>
            </a:r>
          </a:p>
          <a:p>
            <a:r>
              <a:rPr lang="en-GB" sz="900" dirty="0">
                <a:latin typeface="Courier New" panose="02070309020205020404" pitchFamily="49" charset="0"/>
                <a:cs typeface="Courier New" panose="02070309020205020404" pitchFamily="49" charset="0"/>
              </a:rPr>
              <a:t>    For Counter = 0 To 10</a:t>
            </a:r>
          </a:p>
          <a:p>
            <a:r>
              <a:rPr lang="en-GB" sz="900" dirty="0">
                <a:latin typeface="Courier New" panose="02070309020205020404" pitchFamily="49" charset="0"/>
                <a:cs typeface="Courier New" panose="02070309020205020404" pitchFamily="49" charset="0"/>
              </a:rPr>
              <a:t>        wait 5 ms  // Small delay to allow switch to settle</a:t>
            </a:r>
          </a:p>
          <a:p>
            <a:endParaRPr lang="en-GB" sz="900" dirty="0">
              <a:latin typeface="Courier New" panose="02070309020205020404" pitchFamily="49" charset="0"/>
              <a:cs typeface="Courier New" panose="02070309020205020404" pitchFamily="49" charset="0"/>
            </a:endParaRPr>
          </a:p>
          <a:p>
            <a:r>
              <a:rPr lang="en-GB" sz="900" dirty="0">
                <a:latin typeface="Courier New" panose="02070309020205020404" pitchFamily="49" charset="0"/>
                <a:cs typeface="Courier New" panose="02070309020205020404" pitchFamily="49" charset="0"/>
              </a:rPr>
              <a:t>        // Read the current state of the switch</a:t>
            </a:r>
          </a:p>
          <a:p>
            <a:r>
              <a:rPr lang="en-GB" sz="900" dirty="0">
                <a:latin typeface="Courier New" panose="02070309020205020404" pitchFamily="49" charset="0"/>
                <a:cs typeface="Courier New" panose="02070309020205020404" pitchFamily="49" charset="0"/>
              </a:rPr>
              <a:t>        CurrentState = SWITCHIN</a:t>
            </a:r>
          </a:p>
          <a:p>
            <a:endParaRPr lang="en-GB" sz="900" dirty="0">
              <a:latin typeface="Courier New" panose="02070309020205020404" pitchFamily="49" charset="0"/>
              <a:cs typeface="Courier New" panose="02070309020205020404" pitchFamily="49" charset="0"/>
            </a:endParaRPr>
          </a:p>
          <a:p>
            <a:r>
              <a:rPr lang="en-GB" sz="900" dirty="0">
                <a:latin typeface="Courier New" panose="02070309020205020404" pitchFamily="49" charset="0"/>
                <a:cs typeface="Courier New" panose="02070309020205020404" pitchFamily="49" charset="0"/>
              </a:rPr>
              <a:t>        // If the state is stable (consistent for the duration of the loop)</a:t>
            </a:r>
          </a:p>
          <a:p>
            <a:r>
              <a:rPr lang="en-GB" sz="900" dirty="0">
                <a:latin typeface="Courier New" panose="02070309020205020404" pitchFamily="49" charset="0"/>
                <a:cs typeface="Courier New" panose="02070309020205020404" pitchFamily="49" charset="0"/>
              </a:rPr>
              <a:t>        If (CurrentState = LastState) Then</a:t>
            </a:r>
          </a:p>
          <a:p>
            <a:r>
              <a:rPr lang="en-GB" sz="900" dirty="0">
                <a:latin typeface="Courier New" panose="02070309020205020404" pitchFamily="49" charset="0"/>
                <a:cs typeface="Courier New" panose="02070309020205020404" pitchFamily="49" charset="0"/>
              </a:rPr>
              <a:t>            StableState = CurrentState</a:t>
            </a:r>
          </a:p>
          <a:p>
            <a:r>
              <a:rPr lang="en-GB" sz="900" dirty="0">
                <a:latin typeface="Courier New" panose="02070309020205020404" pitchFamily="49" charset="0"/>
                <a:cs typeface="Courier New" panose="02070309020205020404" pitchFamily="49" charset="0"/>
              </a:rPr>
              <a:t>        Else</a:t>
            </a:r>
          </a:p>
          <a:p>
            <a:r>
              <a:rPr lang="en-GB" sz="900" dirty="0">
                <a:latin typeface="Courier New" panose="02070309020205020404" pitchFamily="49" charset="0"/>
                <a:cs typeface="Courier New" panose="02070309020205020404" pitchFamily="49" charset="0"/>
              </a:rPr>
              <a:t>            // Reset counter if state changes</a:t>
            </a:r>
          </a:p>
          <a:p>
            <a:r>
              <a:rPr lang="en-GB" sz="900" dirty="0">
                <a:latin typeface="Courier New" panose="02070309020205020404" pitchFamily="49" charset="0"/>
                <a:cs typeface="Courier New" panose="02070309020205020404" pitchFamily="49" charset="0"/>
              </a:rPr>
              <a:t>            Counter = 0</a:t>
            </a:r>
          </a:p>
          <a:p>
            <a:r>
              <a:rPr lang="en-GB" sz="900" dirty="0">
                <a:latin typeface="Courier New" panose="02070309020205020404" pitchFamily="49" charset="0"/>
                <a:cs typeface="Courier New" panose="02070309020205020404" pitchFamily="49" charset="0"/>
              </a:rPr>
              <a:t>            LastState = CurrentState</a:t>
            </a:r>
          </a:p>
          <a:p>
            <a:r>
              <a:rPr lang="en-GB" sz="900" dirty="0">
                <a:latin typeface="Courier New" panose="02070309020205020404" pitchFamily="49" charset="0"/>
                <a:cs typeface="Courier New" panose="02070309020205020404" pitchFamily="49" charset="0"/>
              </a:rPr>
              <a:t>        End If</a:t>
            </a:r>
          </a:p>
          <a:p>
            <a:r>
              <a:rPr lang="en-GB" sz="900" dirty="0">
                <a:latin typeface="Courier New" panose="02070309020205020404" pitchFamily="49" charset="0"/>
                <a:cs typeface="Courier New" panose="02070309020205020404" pitchFamily="49" charset="0"/>
              </a:rPr>
              <a:t>    Next</a:t>
            </a:r>
          </a:p>
          <a:p>
            <a:endParaRPr lang="en-GB" sz="900" dirty="0">
              <a:latin typeface="Courier New" panose="02070309020205020404" pitchFamily="49" charset="0"/>
              <a:cs typeface="Courier New" panose="02070309020205020404" pitchFamily="49" charset="0"/>
            </a:endParaRPr>
          </a:p>
          <a:p>
            <a:r>
              <a:rPr lang="en-GB" sz="900" dirty="0">
                <a:latin typeface="Courier New" panose="02070309020205020404" pitchFamily="49" charset="0"/>
                <a:cs typeface="Courier New" panose="02070309020205020404" pitchFamily="49" charset="0"/>
              </a:rPr>
              <a:t>    // Return the stable state of the switch</a:t>
            </a:r>
          </a:p>
          <a:p>
            <a:r>
              <a:rPr lang="en-GB" sz="900" dirty="0">
                <a:latin typeface="Courier New" panose="02070309020205020404" pitchFamily="49" charset="0"/>
                <a:cs typeface="Courier New" panose="02070309020205020404" pitchFamily="49" charset="0"/>
              </a:rPr>
              <a:t>    DebounceSwitch = StableState</a:t>
            </a:r>
          </a:p>
          <a:p>
            <a:endParaRPr lang="en-GB" sz="900" dirty="0">
              <a:latin typeface="Courier New" panose="02070309020205020404" pitchFamily="49" charset="0"/>
              <a:cs typeface="Courier New" panose="02070309020205020404" pitchFamily="49" charset="0"/>
            </a:endParaRPr>
          </a:p>
          <a:p>
            <a:r>
              <a:rPr lang="en-GB" sz="900" dirty="0">
                <a:latin typeface="Courier New" panose="02070309020205020404" pitchFamily="49" charset="0"/>
                <a:cs typeface="Courier New" panose="02070309020205020404" pitchFamily="49" charset="0"/>
              </a:rPr>
              <a:t>End Function</a:t>
            </a:r>
          </a:p>
        </p:txBody>
      </p:sp>
      <p:sp>
        <p:nvSpPr>
          <p:cNvPr id="4" name="TextBox 3"/>
          <p:cNvSpPr txBox="1"/>
          <p:nvPr/>
        </p:nvSpPr>
        <p:spPr>
          <a:xfrm>
            <a:off x="4701108" y="835298"/>
            <a:ext cx="4373488" cy="3785652"/>
          </a:xfrm>
          <a:prstGeom prst="rect">
            <a:avLst/>
          </a:prstGeom>
          <a:solidFill>
            <a:schemeClr val="bg1"/>
          </a:solidFill>
        </p:spPr>
        <p:txBody>
          <a:bodyPr wrap="square" rtlCol="0">
            <a:spAutoFit/>
          </a:bodyPr>
          <a:lstStyle/>
          <a:p>
            <a:r>
              <a:rPr lang="en-GB" sz="1000" b="1" dirty="0"/>
              <a:t>Explanation:</a:t>
            </a:r>
          </a:p>
          <a:p>
            <a:r>
              <a:rPr lang="en-GB" sz="1000" b="1" dirty="0"/>
              <a:t>Variable Definition:</a:t>
            </a:r>
            <a:endParaRPr lang="en-GB" sz="1000" dirty="0"/>
          </a:p>
          <a:p>
            <a:pPr lvl="1"/>
            <a:r>
              <a:rPr lang="en-GB" sz="1000" dirty="0"/>
              <a:t>CurrentState, LastState, and StableState are declared as Bit to store the current, previous, and stable states of the switch.</a:t>
            </a:r>
          </a:p>
          <a:p>
            <a:pPr lvl="1"/>
            <a:r>
              <a:rPr lang="en-GB" sz="1000" dirty="0"/>
              <a:t>Counter is declared as Byte to act as a loop counter.</a:t>
            </a:r>
          </a:p>
          <a:p>
            <a:r>
              <a:rPr lang="en-GB" sz="1000" b="1" dirty="0"/>
              <a:t>Initialization:</a:t>
            </a:r>
            <a:endParaRPr lang="en-GB" sz="1000" dirty="0"/>
          </a:p>
          <a:p>
            <a:pPr lvl="1"/>
            <a:r>
              <a:rPr lang="en-GB" sz="1000" dirty="0"/>
              <a:t>LastState is initialized to the current state of the switch (SWITCHIN).</a:t>
            </a:r>
          </a:p>
          <a:p>
            <a:pPr lvl="1"/>
            <a:r>
              <a:rPr lang="en-GB" sz="1000" dirty="0"/>
              <a:t>StableState is initialized to LastState.</a:t>
            </a:r>
          </a:p>
          <a:p>
            <a:pPr lvl="1"/>
            <a:r>
              <a:rPr lang="en-GB" sz="1000" dirty="0"/>
              <a:t>Counter is initialized to 0.</a:t>
            </a:r>
          </a:p>
          <a:p>
            <a:r>
              <a:rPr lang="en-GB" sz="1000" b="1" dirty="0"/>
              <a:t>Debounce Loop:</a:t>
            </a:r>
            <a:endParaRPr lang="en-GB" sz="1000" dirty="0"/>
          </a:p>
          <a:p>
            <a:pPr lvl="1"/>
            <a:r>
              <a:rPr lang="en-GB" sz="1000" dirty="0"/>
              <a:t>The loop runs 10 times, checking the switch state every 5 milliseconds.</a:t>
            </a:r>
          </a:p>
          <a:p>
            <a:pPr lvl="1"/>
            <a:r>
              <a:rPr lang="en-GB" sz="1000" dirty="0"/>
              <a:t>CurrentState is updated with the current state of the switch (SWITCHIN).</a:t>
            </a:r>
          </a:p>
          <a:p>
            <a:pPr lvl="1"/>
            <a:r>
              <a:rPr lang="en-GB" sz="1000" dirty="0"/>
              <a:t>If the CurrentState matches the LastState consistently for the duration of the loop, StableState is set to CurrentState.</a:t>
            </a:r>
          </a:p>
          <a:p>
            <a:pPr lvl="1"/>
            <a:r>
              <a:rPr lang="en-GB" sz="1000" dirty="0"/>
              <a:t>If the state changes, the counter is reset, and LastState is updated with CurrentState.</a:t>
            </a:r>
          </a:p>
          <a:p>
            <a:r>
              <a:rPr lang="en-GB" sz="1000" b="1" dirty="0"/>
              <a:t>Return Stable State:</a:t>
            </a:r>
            <a:endParaRPr lang="en-GB" sz="1000" dirty="0"/>
          </a:p>
          <a:p>
            <a:pPr lvl="1"/>
            <a:r>
              <a:rPr lang="en-GB" sz="1000" dirty="0"/>
              <a:t>The function returns the StableState of the switch, which has been debounced.</a:t>
            </a:r>
          </a:p>
          <a:p>
            <a:r>
              <a:rPr lang="en-GB" sz="1000" dirty="0"/>
              <a:t>This function ensures that the state of the switch is stable before returning it, effectively debouncing the switch. If you have any further questions or need more details, feel free to let me know! 😊✨</a:t>
            </a:r>
          </a:p>
          <a:p>
            <a:endParaRPr lang="en-GB" sz="1000" dirty="0"/>
          </a:p>
        </p:txBody>
      </p:sp>
    </p:spTree>
    <p:extLst>
      <p:ext uri="{BB962C8B-B14F-4D97-AF65-F5344CB8AC3E}">
        <p14:creationId xmlns:p14="http://schemas.microsoft.com/office/powerpoint/2010/main" val="23329482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Videos...</a:t>
            </a:r>
            <a:endParaRPr lang="en-GB" dirty="0"/>
          </a:p>
        </p:txBody>
      </p:sp>
      <p:sp>
        <p:nvSpPr>
          <p:cNvPr id="3" name="Content Placeholder 2"/>
          <p:cNvSpPr>
            <a:spLocks noGrp="1"/>
          </p:cNvSpPr>
          <p:nvPr>
            <p:ph idx="1"/>
          </p:nvPr>
        </p:nvSpPr>
        <p:spPr>
          <a:xfrm>
            <a:off x="467544" y="987574"/>
            <a:ext cx="6447501" cy="4111476"/>
          </a:xfrm>
          <a:solidFill>
            <a:schemeClr val="bg1"/>
          </a:solidFill>
        </p:spPr>
        <p:txBody>
          <a:bodyPr>
            <a:noAutofit/>
          </a:bodyPr>
          <a:lstStyle/>
          <a:p>
            <a:pPr marL="180000" indent="-478483">
              <a:spcBef>
                <a:spcPts val="300"/>
              </a:spcBef>
              <a:buFont typeface="+mj-lt"/>
              <a:buAutoNum type="arabicPeriod"/>
            </a:pPr>
            <a:r>
              <a:rPr lang="en-GB" sz="1100" dirty="0"/>
              <a:t>Install the hardware and make the board work – three LED programs</a:t>
            </a:r>
          </a:p>
          <a:p>
            <a:pPr marL="180000" indent="-478483">
              <a:spcBef>
                <a:spcPts val="300"/>
              </a:spcBef>
              <a:buFont typeface="+mj-lt"/>
              <a:buAutoNum type="arabicPeriod"/>
            </a:pPr>
            <a:r>
              <a:rPr lang="en-GB" sz="1100" dirty="0"/>
              <a:t>Make  four LEDs flash in a sequence</a:t>
            </a:r>
          </a:p>
          <a:p>
            <a:pPr marL="180000" indent="-478483">
              <a:spcBef>
                <a:spcPts val="300"/>
              </a:spcBef>
              <a:buFont typeface="+mj-lt"/>
              <a:buAutoNum type="arabicPeriod"/>
            </a:pPr>
            <a:r>
              <a:rPr lang="en-GB" sz="1100" dirty="0"/>
              <a:t>Set the LEDs to represent the value of ADC</a:t>
            </a:r>
          </a:p>
          <a:p>
            <a:pPr marL="180000" indent="-478483">
              <a:spcBef>
                <a:spcPts val="300"/>
              </a:spcBef>
              <a:buFont typeface="+mj-lt"/>
              <a:buAutoNum type="arabicPeriod"/>
            </a:pPr>
            <a:r>
              <a:rPr lang="en-GB" sz="1100" dirty="0"/>
              <a:t>Sequence the LEDs with a delay using the value of ADC</a:t>
            </a:r>
          </a:p>
          <a:p>
            <a:pPr marL="180000" indent="-478483">
              <a:spcBef>
                <a:spcPts val="300"/>
              </a:spcBef>
              <a:buFont typeface="+mj-lt"/>
              <a:buAutoNum type="arabicPeriod"/>
            </a:pPr>
            <a:r>
              <a:rPr lang="en-GB" sz="1100" dirty="0"/>
              <a:t>Using an input to set the state of the LEDs</a:t>
            </a:r>
          </a:p>
          <a:p>
            <a:pPr marL="180000" indent="-478483">
              <a:spcBef>
                <a:spcPts val="300"/>
              </a:spcBef>
              <a:buFont typeface="+mj-lt"/>
              <a:buAutoNum type="arabicPeriod"/>
            </a:pPr>
            <a:r>
              <a:rPr lang="en-GB" sz="1100" b="1" dirty="0"/>
              <a:t>Using the reset switch</a:t>
            </a:r>
          </a:p>
          <a:p>
            <a:pPr marL="180000" indent="-478483">
              <a:spcBef>
                <a:spcPts val="300"/>
              </a:spcBef>
              <a:buFont typeface="+mj-lt"/>
              <a:buAutoNum type="arabicPeriod"/>
            </a:pPr>
            <a:r>
              <a:rPr lang="en-GB" sz="1100" dirty="0"/>
              <a:t>Using the switch, ADC – make the LEDs flash in a sequence with reverse</a:t>
            </a:r>
          </a:p>
          <a:p>
            <a:pPr marL="180000" indent="-478483">
              <a:spcBef>
                <a:spcPts val="300"/>
              </a:spcBef>
              <a:buFont typeface="+mj-lt"/>
              <a:buAutoNum type="arabicPeriod"/>
            </a:pPr>
            <a:r>
              <a:rPr lang="en-GB" sz="1100" dirty="0"/>
              <a:t>Using the serial to display values</a:t>
            </a:r>
          </a:p>
          <a:p>
            <a:pPr marL="180000" indent="-478483">
              <a:spcBef>
                <a:spcPts val="300"/>
              </a:spcBef>
              <a:buFont typeface="+mj-lt"/>
              <a:buAutoNum type="arabicPeriod"/>
            </a:pPr>
            <a:r>
              <a:rPr lang="en-GB" sz="1100" dirty="0"/>
              <a:t>Using the timer0 overflow, 8bit timer, 16bit timer to flash the LEDs</a:t>
            </a:r>
          </a:p>
          <a:p>
            <a:pPr marL="180000" indent="-478483">
              <a:spcBef>
                <a:spcPts val="300"/>
              </a:spcBef>
              <a:buFont typeface="+mj-lt"/>
              <a:buAutoNum type="arabicPeriod"/>
            </a:pPr>
            <a:r>
              <a:rPr lang="en-GB" sz="1100" dirty="0"/>
              <a:t>Using </a:t>
            </a:r>
            <a:r>
              <a:rPr lang="en-GB" sz="1100" dirty="0" err="1"/>
              <a:t>EEProm</a:t>
            </a:r>
            <a:r>
              <a:rPr lang="en-GB" sz="1100" dirty="0"/>
              <a:t> – showing values on the serial terminal, and more constants insights</a:t>
            </a:r>
          </a:p>
          <a:p>
            <a:pPr marL="180000" indent="-478483">
              <a:spcBef>
                <a:spcPts val="300"/>
              </a:spcBef>
              <a:buFont typeface="+mj-lt"/>
              <a:buAutoNum type="arabicPeriod"/>
            </a:pPr>
            <a:r>
              <a:rPr lang="en-GB" sz="1100" dirty="0"/>
              <a:t>Using I2C with serial to discover I2C devices</a:t>
            </a:r>
          </a:p>
          <a:p>
            <a:pPr marL="180000" indent="-478483">
              <a:spcBef>
                <a:spcPts val="300"/>
              </a:spcBef>
              <a:buFont typeface="+mj-lt"/>
              <a:buAutoNum type="arabicPeriod"/>
            </a:pPr>
            <a:r>
              <a:rPr lang="en-GB" sz="1100" dirty="0"/>
              <a:t>Using an I2C GCLD display</a:t>
            </a:r>
          </a:p>
          <a:p>
            <a:pPr marL="180000" indent="-478483">
              <a:spcBef>
                <a:spcPts val="300"/>
              </a:spcBef>
              <a:buFont typeface="+mj-lt"/>
              <a:buAutoNum type="arabicPeriod"/>
            </a:pPr>
            <a:r>
              <a:rPr lang="en-GB" sz="1100" dirty="0"/>
              <a:t>Using a SPI GCLD display</a:t>
            </a:r>
          </a:p>
          <a:p>
            <a:pPr marL="180000" indent="-478483">
              <a:spcBef>
                <a:spcPts val="300"/>
              </a:spcBef>
              <a:buFont typeface="+mj-lt"/>
              <a:buAutoNum type="arabicPeriod"/>
            </a:pPr>
            <a:r>
              <a:rPr lang="en-GB" sz="1100" dirty="0"/>
              <a:t>Using PWM, 7  ways,  to dim the LEDS</a:t>
            </a:r>
          </a:p>
          <a:p>
            <a:pPr marL="180000" indent="-478483">
              <a:spcBef>
                <a:spcPts val="300"/>
              </a:spcBef>
              <a:buFont typeface="+mj-lt"/>
              <a:buAutoNum type="arabicPeriod"/>
            </a:pPr>
            <a:r>
              <a:rPr lang="en-GB" sz="1100" dirty="0"/>
              <a:t>Using an external interrupt to control an LED</a:t>
            </a:r>
          </a:p>
          <a:p>
            <a:pPr marL="180000" indent="-478483">
              <a:spcBef>
                <a:spcPts val="300"/>
              </a:spcBef>
              <a:buFont typeface="+mj-lt"/>
              <a:buAutoNum type="arabicPeriod"/>
            </a:pPr>
            <a:r>
              <a:rPr lang="en-GB" sz="1100" dirty="0"/>
              <a:t>Using storage within the chip – </a:t>
            </a:r>
            <a:r>
              <a:rPr lang="en-GB" sz="1100" dirty="0" err="1"/>
              <a:t>Progmem</a:t>
            </a:r>
            <a:r>
              <a:rPr lang="en-GB" sz="1100" dirty="0"/>
              <a:t>, SAF memory, EEPROM and DATA blocks</a:t>
            </a:r>
          </a:p>
          <a:p>
            <a:pPr marL="180000" indent="-478483">
              <a:spcBef>
                <a:spcPts val="300"/>
              </a:spcBef>
              <a:buFont typeface="+mj-lt"/>
              <a:buAutoNum type="arabicPeriod"/>
            </a:pPr>
            <a:r>
              <a:rPr lang="en-GB" sz="1100" dirty="0"/>
              <a:t>Using CLC</a:t>
            </a:r>
          </a:p>
          <a:p>
            <a:pPr marL="180000" indent="-478483">
              <a:spcBef>
                <a:spcPts val="300"/>
              </a:spcBef>
              <a:buFont typeface="+mj-lt"/>
              <a:buAutoNum type="arabicPeriod"/>
            </a:pPr>
            <a:r>
              <a:rPr lang="en-GB" sz="1100" dirty="0"/>
              <a:t>The GCBASIC tool chain</a:t>
            </a:r>
          </a:p>
          <a:p>
            <a:pPr marL="180000" indent="-478483">
              <a:spcBef>
                <a:spcPts val="300"/>
              </a:spcBef>
              <a:buFont typeface="+mj-lt"/>
              <a:buAutoNum type="arabicPeriod"/>
            </a:pPr>
            <a:r>
              <a:rPr lang="en-GB" sz="1100" dirty="0"/>
              <a:t>Assembly , alternatives assemblers and MPLAB-X</a:t>
            </a:r>
          </a:p>
          <a:p>
            <a:pPr marL="180000" indent="-478483">
              <a:spcBef>
                <a:spcPts val="300"/>
              </a:spcBef>
              <a:buFont typeface="+mj-lt"/>
              <a:buAutoNum type="arabicPeriod"/>
            </a:pPr>
            <a:r>
              <a:rPr lang="en-GB" sz="1100" dirty="0"/>
              <a:t>Summary</a:t>
            </a:r>
          </a:p>
          <a:p>
            <a:pPr marL="180000" indent="-478483">
              <a:spcBef>
                <a:spcPts val="300"/>
              </a:spcBef>
              <a:buFont typeface="+mj-lt"/>
              <a:buAutoNum type="arabicPeriod"/>
            </a:pPr>
            <a:endParaRPr lang="en-GB" sz="400" dirty="0" smtClean="0">
              <a:solidFill>
                <a:schemeClr val="bg1">
                  <a:lumMod val="75000"/>
                </a:schemeClr>
              </a:solidFill>
            </a:endParaRPr>
          </a:p>
          <a:p>
            <a:pPr marL="180000" indent="-478483">
              <a:spcBef>
                <a:spcPts val="300"/>
              </a:spcBef>
              <a:buNone/>
            </a:pPr>
            <a:endParaRPr lang="en-GB" sz="700" dirty="0" smtClean="0"/>
          </a:p>
          <a:p>
            <a:pPr marL="180000" indent="-478483">
              <a:spcBef>
                <a:spcPts val="300"/>
              </a:spcBef>
              <a:buFont typeface="+mj-lt"/>
              <a:buAutoNum type="arabicPeriod"/>
            </a:pPr>
            <a:endParaRPr lang="en-GB" sz="700" dirty="0" smtClean="0"/>
          </a:p>
          <a:p>
            <a:pPr marL="180000" indent="-478483">
              <a:spcBef>
                <a:spcPts val="300"/>
              </a:spcBef>
              <a:buFont typeface="+mj-lt"/>
              <a:buAutoNum type="arabicPeriod"/>
            </a:pPr>
            <a:endParaRPr lang="en-GB" sz="500" dirty="0" smtClean="0"/>
          </a:p>
          <a:p>
            <a:pPr marL="180000" indent="-478483">
              <a:spcBef>
                <a:spcPts val="300"/>
              </a:spcBef>
              <a:buFont typeface="+mj-lt"/>
              <a:buAutoNum type="arabicPeriod"/>
            </a:pPr>
            <a:endParaRPr lang="en-GB" sz="500" dirty="0" smtClean="0"/>
          </a:p>
          <a:p>
            <a:pPr marL="180000" indent="-478483">
              <a:spcBef>
                <a:spcPts val="300"/>
              </a:spcBef>
              <a:buFont typeface="+mj-lt"/>
              <a:buAutoNum type="arabicPeriod"/>
            </a:pPr>
            <a:endParaRPr lang="en-GB" sz="500" dirty="0" smtClean="0"/>
          </a:p>
          <a:p>
            <a:pPr marL="180000" indent="-478483">
              <a:spcBef>
                <a:spcPts val="300"/>
              </a:spcBef>
              <a:buFont typeface="+mj-lt"/>
              <a:buAutoNum type="arabicPeriod"/>
            </a:pPr>
            <a:endParaRPr lang="en-GB" sz="500" dirty="0"/>
          </a:p>
        </p:txBody>
      </p:sp>
    </p:spTree>
    <p:extLst>
      <p:ext uri="{BB962C8B-B14F-4D97-AF65-F5344CB8AC3E}">
        <p14:creationId xmlns:p14="http://schemas.microsoft.com/office/powerpoint/2010/main" val="10399894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GCBASIC</a:t>
            </a:r>
            <a:endParaRPr lang="en-GB" dirty="0"/>
          </a:p>
        </p:txBody>
      </p:sp>
      <p:pic>
        <p:nvPicPr>
          <p:cNvPr id="1026" name="Picture 2" descr="D:\Build\AnobiumTransparent.jpg"/>
          <p:cNvPicPr>
            <a:picLocks noChangeAspect="1" noChangeArrowheads="1"/>
          </p:cNvPicPr>
          <p:nvPr/>
        </p:nvPicPr>
        <p:blipFill>
          <a:blip r:embed="rId2" cstate="print"/>
          <a:srcRect/>
          <a:stretch>
            <a:fillRect/>
          </a:stretch>
        </p:blipFill>
        <p:spPr bwMode="auto">
          <a:xfrm>
            <a:off x="5292080" y="911052"/>
            <a:ext cx="1828859" cy="771550"/>
          </a:xfrm>
          <a:prstGeom prst="rect">
            <a:avLst/>
          </a:prstGeom>
          <a:noFill/>
        </p:spPr>
      </p:pic>
      <p:sp>
        <p:nvSpPr>
          <p:cNvPr id="4" name="AutoShape 2" descr="ICSP connection"/>
          <p:cNvSpPr>
            <a:spLocks noChangeAspect="1" noChangeArrowheads="1"/>
          </p:cNvSpPr>
          <p:nvPr/>
        </p:nvSpPr>
        <p:spPr bwMode="auto">
          <a:xfrm>
            <a:off x="155575" y="-144462"/>
            <a:ext cx="304800" cy="304801"/>
          </a:xfrm>
          <a:prstGeom prst="rect">
            <a:avLst/>
          </a:prstGeom>
          <a:noFill/>
        </p:spPr>
        <p:txBody>
          <a:bodyPr vert="horz" wrap="square" lIns="85064" tIns="42531" rIns="85064" bIns="42531" numCol="1" anchor="t" anchorCtr="0" compatLnSpc="1">
            <a:prstTxWarp prst="textNoShape">
              <a:avLst/>
            </a:prstTxWarp>
          </a:bodyPr>
          <a:lstStyle/>
          <a:p>
            <a:endParaRPr lang="en-GB" dirty="0"/>
          </a:p>
        </p:txBody>
      </p:sp>
      <p:sp>
        <p:nvSpPr>
          <p:cNvPr id="8" name="Text Placeholder 4"/>
          <p:cNvSpPr txBox="1">
            <a:spLocks/>
          </p:cNvSpPr>
          <p:nvPr/>
        </p:nvSpPr>
        <p:spPr>
          <a:xfrm>
            <a:off x="3805512" y="2931790"/>
            <a:ext cx="3342861" cy="645300"/>
          </a:xfrm>
          <a:prstGeom prst="rect">
            <a:avLst/>
          </a:prstGeom>
        </p:spPr>
        <p:txBody>
          <a:bodyPr vert="horz" lIns="68580" tIns="34290" rIns="68580" bIns="34290" rtlCol="0" anchor="t">
            <a:normAutofit/>
          </a:bodyPr>
          <a:lstStyle>
            <a:lvl1pPr marL="0" indent="0" algn="r" defTabSz="342900" rtl="0" eaLnBrk="1" latinLnBrk="0" hangingPunct="1">
              <a:spcBef>
                <a:spcPts val="750"/>
              </a:spcBef>
              <a:spcAft>
                <a:spcPts val="0"/>
              </a:spcAft>
              <a:buClr>
                <a:schemeClr val="accent1"/>
              </a:buClr>
              <a:buSzPct val="80000"/>
              <a:buFont typeface="Wingdings 3" charset="2"/>
              <a:buNone/>
              <a:defRPr sz="1400" kern="1200">
                <a:solidFill>
                  <a:schemeClr val="tx1">
                    <a:lumMod val="50000"/>
                    <a:lumOff val="50000"/>
                  </a:schemeClr>
                </a:solidFill>
                <a:latin typeface="+mn-lt"/>
                <a:ea typeface="+mn-ea"/>
                <a:cs typeface="+mn-cs"/>
              </a:defRPr>
            </a:lvl1pPr>
            <a:lvl2pPr marL="342900" indent="0" algn="ctr" defTabSz="342900" rtl="0" eaLnBrk="1" latinLnBrk="0" hangingPunct="1">
              <a:spcBef>
                <a:spcPts val="75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2pPr>
            <a:lvl3pPr marL="685800" indent="0" algn="ctr" defTabSz="342900" rtl="0" eaLnBrk="1" latinLnBrk="0" hangingPunct="1">
              <a:spcBef>
                <a:spcPts val="750"/>
              </a:spcBef>
              <a:spcAft>
                <a:spcPts val="0"/>
              </a:spcAft>
              <a:buClr>
                <a:schemeClr val="accent1"/>
              </a:buClr>
              <a:buSzPct val="80000"/>
              <a:buFont typeface="Wingdings 3" charset="2"/>
              <a:buNone/>
              <a:defRPr sz="1100" kern="1200">
                <a:solidFill>
                  <a:schemeClr val="tx1">
                    <a:tint val="75000"/>
                  </a:schemeClr>
                </a:solidFill>
                <a:latin typeface="+mn-lt"/>
                <a:ea typeface="+mn-ea"/>
                <a:cs typeface="+mn-cs"/>
              </a:defRPr>
            </a:lvl3pPr>
            <a:lvl4pPr marL="1028700" indent="0" algn="ctr" defTabSz="342900" rtl="0" eaLnBrk="1" latinLnBrk="0" hangingPunct="1">
              <a:spcBef>
                <a:spcPts val="750"/>
              </a:spcBef>
              <a:spcAft>
                <a:spcPts val="0"/>
              </a:spcAft>
              <a:buClr>
                <a:schemeClr val="accent1"/>
              </a:buClr>
              <a:buSzPct val="80000"/>
              <a:buFont typeface="Wingdings 3" charset="2"/>
              <a:buNone/>
              <a:defRPr sz="900" kern="1200">
                <a:solidFill>
                  <a:schemeClr val="tx1">
                    <a:tint val="75000"/>
                  </a:schemeClr>
                </a:solidFill>
                <a:latin typeface="+mn-lt"/>
                <a:ea typeface="+mn-ea"/>
                <a:cs typeface="+mn-cs"/>
              </a:defRPr>
            </a:lvl4pPr>
            <a:lvl5pPr marL="1371600" indent="0" algn="ctr" defTabSz="342900" rtl="0" eaLnBrk="1" latinLnBrk="0" hangingPunct="1">
              <a:spcBef>
                <a:spcPts val="750"/>
              </a:spcBef>
              <a:spcAft>
                <a:spcPts val="0"/>
              </a:spcAft>
              <a:buClr>
                <a:schemeClr val="accent1"/>
              </a:buClr>
              <a:buSzPct val="80000"/>
              <a:buFont typeface="Wingdings 3" charset="2"/>
              <a:buNone/>
              <a:defRPr sz="900" kern="1200">
                <a:solidFill>
                  <a:schemeClr val="tx1">
                    <a:tint val="75000"/>
                  </a:schemeClr>
                </a:solidFill>
                <a:latin typeface="+mn-lt"/>
                <a:ea typeface="+mn-ea"/>
                <a:cs typeface="+mn-cs"/>
              </a:defRPr>
            </a:lvl5pPr>
            <a:lvl6pPr marL="1714500" indent="0" algn="ctr" defTabSz="342900" rtl="0" eaLnBrk="1" latinLnBrk="0" hangingPunct="1">
              <a:spcBef>
                <a:spcPts val="750"/>
              </a:spcBef>
              <a:spcAft>
                <a:spcPts val="0"/>
              </a:spcAft>
              <a:buClr>
                <a:schemeClr val="accent1"/>
              </a:buClr>
              <a:buSzPct val="80000"/>
              <a:buFont typeface="Wingdings 3" charset="2"/>
              <a:buNone/>
              <a:defRPr sz="900" kern="1200">
                <a:solidFill>
                  <a:schemeClr val="tx1">
                    <a:tint val="75000"/>
                  </a:schemeClr>
                </a:solidFill>
                <a:latin typeface="+mn-lt"/>
                <a:ea typeface="+mn-ea"/>
                <a:cs typeface="+mn-cs"/>
              </a:defRPr>
            </a:lvl6pPr>
            <a:lvl7pPr marL="2057400" indent="0" algn="ctr" defTabSz="342900" rtl="0" eaLnBrk="1" latinLnBrk="0" hangingPunct="1">
              <a:spcBef>
                <a:spcPts val="750"/>
              </a:spcBef>
              <a:spcAft>
                <a:spcPts val="0"/>
              </a:spcAft>
              <a:buClr>
                <a:schemeClr val="accent1"/>
              </a:buClr>
              <a:buSzPct val="80000"/>
              <a:buFont typeface="Wingdings 3" charset="2"/>
              <a:buNone/>
              <a:defRPr sz="900" kern="1200">
                <a:solidFill>
                  <a:schemeClr val="tx1">
                    <a:tint val="75000"/>
                  </a:schemeClr>
                </a:solidFill>
                <a:latin typeface="+mn-lt"/>
                <a:ea typeface="+mn-ea"/>
                <a:cs typeface="+mn-cs"/>
              </a:defRPr>
            </a:lvl7pPr>
            <a:lvl8pPr marL="2400300" indent="0" algn="ctr" defTabSz="342900" rtl="0" eaLnBrk="1" latinLnBrk="0" hangingPunct="1">
              <a:spcBef>
                <a:spcPts val="750"/>
              </a:spcBef>
              <a:spcAft>
                <a:spcPts val="0"/>
              </a:spcAft>
              <a:buClr>
                <a:schemeClr val="accent1"/>
              </a:buClr>
              <a:buSzPct val="80000"/>
              <a:buFont typeface="Wingdings 3" charset="2"/>
              <a:buNone/>
              <a:defRPr sz="900" kern="1200">
                <a:solidFill>
                  <a:schemeClr val="tx1">
                    <a:tint val="75000"/>
                  </a:schemeClr>
                </a:solidFill>
                <a:latin typeface="+mn-lt"/>
                <a:ea typeface="+mn-ea"/>
                <a:cs typeface="+mn-cs"/>
              </a:defRPr>
            </a:lvl8pPr>
            <a:lvl9pPr marL="2743200" indent="0" algn="ctr" defTabSz="342900" rtl="0" eaLnBrk="1" latinLnBrk="0" hangingPunct="1">
              <a:spcBef>
                <a:spcPts val="750"/>
              </a:spcBef>
              <a:spcAft>
                <a:spcPts val="0"/>
              </a:spcAft>
              <a:buClr>
                <a:schemeClr val="accent1"/>
              </a:buClr>
              <a:buSzPct val="80000"/>
              <a:buFont typeface="Wingdings 3" charset="2"/>
              <a:buNone/>
              <a:defRPr sz="900" kern="1200">
                <a:solidFill>
                  <a:schemeClr val="tx1">
                    <a:tint val="75000"/>
                  </a:schemeClr>
                </a:solidFill>
                <a:latin typeface="+mn-lt"/>
                <a:ea typeface="+mn-ea"/>
                <a:cs typeface="+mn-cs"/>
              </a:defRPr>
            </a:lvl9pPr>
          </a:lstStyle>
          <a:p>
            <a:r>
              <a:rPr lang="en-GB" dirty="0" smtClean="0"/>
              <a:t>PIC16F175xx</a:t>
            </a:r>
          </a:p>
          <a:p>
            <a:r>
              <a:rPr lang="en-GB" dirty="0"/>
              <a:t>Part 5 – a switch  sets the LEDs state</a:t>
            </a:r>
          </a:p>
        </p:txBody>
      </p:sp>
      <p:pic>
        <p:nvPicPr>
          <p:cNvPr id="7" name="Picture 4" descr="PIC16F17556 | Microchip Technolog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50880" y="3974993"/>
            <a:ext cx="2415427" cy="117825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PIC16F19175 | Microchip Technology"/>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44136" y="3943142"/>
            <a:ext cx="1384038" cy="1192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79823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GCstudioThemeLigh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GC Basic Fonts">
      <a:majorFont>
        <a:latin typeface="Microsoft YaHei"/>
        <a:ea typeface=""/>
        <a:cs typeface=""/>
      </a:majorFont>
      <a:minorFont>
        <a:latin typeface="Corbel"/>
        <a:ea typeface=""/>
        <a:cs typeface=""/>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GCstudioThemeLight" id="{4C740F94-33C0-4EEC-9234-F56C348A0987}" vid="{A43F8B96-90D8-489D-B80F-92F9D6F351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
  <TotalTime>16417</TotalTime>
  <Words>939</Words>
  <Application>Microsoft Office PowerPoint</Application>
  <PresentationFormat>On-screen Show (16:9)</PresentationFormat>
  <Paragraphs>183</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GCstudioThemeLight</vt:lpstr>
      <vt:lpstr>GCBASIC</vt:lpstr>
      <vt:lpstr>GCBASIC</vt:lpstr>
      <vt:lpstr>GCBASIC</vt:lpstr>
      <vt:lpstr>Videos...</vt:lpstr>
      <vt:lpstr>PIC16F175xx</vt:lpstr>
      <vt:lpstr>Prerequisites </vt:lpstr>
      <vt:lpstr>Digital input</vt:lpstr>
      <vt:lpstr>Hardware</vt:lpstr>
      <vt:lpstr>Tutorial overview</vt:lpstr>
      <vt:lpstr>Lab</vt:lpstr>
      <vt:lpstr>PowerPoint Presentation</vt:lpstr>
      <vt:lpstr>PowerPoint Presentation</vt:lpstr>
      <vt:lpstr>Videos...</vt:lpstr>
      <vt:lpstr>GCBASIC</vt:lpstr>
    </vt:vector>
  </TitlesOfParts>
  <Company>Hewlett-Packard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Great Cow BASIC</dc:title>
  <dc:creator>admin</dc:creator>
  <cp:lastModifiedBy>Evan R. Venn</cp:lastModifiedBy>
  <cp:revision>736</cp:revision>
  <dcterms:created xsi:type="dcterms:W3CDTF">2019-01-08T20:03:06Z</dcterms:created>
  <dcterms:modified xsi:type="dcterms:W3CDTF">2025-11-24T13:05:35Z</dcterms:modified>
</cp:coreProperties>
</file>