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94" r:id="rId2"/>
    <p:sldId id="256" r:id="rId3"/>
    <p:sldId id="295" r:id="rId4"/>
    <p:sldId id="330" r:id="rId5"/>
    <p:sldId id="296" r:id="rId6"/>
    <p:sldId id="282" r:id="rId7"/>
    <p:sldId id="291" r:id="rId8"/>
    <p:sldId id="328" r:id="rId9"/>
    <p:sldId id="331" r:id="rId10"/>
    <p:sldId id="329" r:id="rId11"/>
    <p:sldId id="285" r:id="rId12"/>
    <p:sldId id="288" r:id="rId13"/>
    <p:sldId id="324" r:id="rId14"/>
    <p:sldId id="327" r:id="rId15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PIC16F175xx</a:t>
            </a:r>
          </a:p>
          <a:p>
            <a:r>
              <a:rPr lang="en-GB" dirty="0"/>
              <a:t>Part </a:t>
            </a:r>
            <a:r>
              <a:rPr lang="en-GB" dirty="0" smtClean="0"/>
              <a:t>7 </a:t>
            </a:r>
            <a:r>
              <a:rPr lang="en-GB" dirty="0"/>
              <a:t>– </a:t>
            </a:r>
            <a:r>
              <a:rPr lang="en-GB" sz="1600" dirty="0"/>
              <a:t>make the LEDs flash in a sequence with reverse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85000" lnSpcReduction="20000"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/>
              <a:t>Part 7 – make the LEDs flash in a sequence with reverse</a:t>
            </a:r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11/24/2025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661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ways</a:t>
            </a:r>
            <a:r>
              <a:rPr lang="en-GB" sz="1100" dirty="0"/>
              <a:t>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65555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16F175xx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Pulling it all together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Output</a:t>
            </a:r>
          </a:p>
          <a:p>
            <a:pPr lvl="1"/>
            <a:r>
              <a:rPr lang="en-GB" dirty="0" smtClean="0"/>
              <a:t>LEDs rotating in sequence</a:t>
            </a:r>
          </a:p>
          <a:p>
            <a:r>
              <a:rPr lang="en-GB" dirty="0" smtClean="0"/>
              <a:t>Input</a:t>
            </a:r>
          </a:p>
          <a:p>
            <a:pPr lvl="1"/>
            <a:r>
              <a:rPr lang="en-GB" dirty="0" smtClean="0"/>
              <a:t>Switch to control direction of sequence</a:t>
            </a:r>
          </a:p>
          <a:p>
            <a:pPr lvl="1"/>
            <a:r>
              <a:rPr lang="en-GB" dirty="0" smtClean="0"/>
              <a:t>Using Master Clear as an input NOT as a reset</a:t>
            </a:r>
          </a:p>
          <a:p>
            <a:r>
              <a:rPr lang="en-GB" dirty="0" smtClean="0"/>
              <a:t>ADC </a:t>
            </a:r>
          </a:p>
          <a:p>
            <a:pPr lvl="1"/>
            <a:r>
              <a:rPr lang="en-GB" dirty="0" smtClean="0"/>
              <a:t>Read the voltage from the potentiometer</a:t>
            </a:r>
          </a:p>
          <a:p>
            <a:r>
              <a:rPr lang="en-GB" dirty="0" smtClean="0"/>
              <a:t>Time</a:t>
            </a:r>
          </a:p>
          <a:p>
            <a:pPr lvl="1"/>
            <a:r>
              <a:rPr lang="en-GB" dirty="0" smtClean="0"/>
              <a:t>Using WAIT that consistent across all </a:t>
            </a:r>
            <a:r>
              <a:rPr lang="en-GB" dirty="0" err="1" smtClean="0"/>
              <a:t>mcu</a:t>
            </a:r>
            <a:r>
              <a:rPr lang="en-GB" dirty="0" smtClean="0"/>
              <a:t> frequency</a:t>
            </a:r>
          </a:p>
          <a:p>
            <a:endParaRPr lang="en-GB" dirty="0" smtClean="0"/>
          </a:p>
          <a:p>
            <a:pPr lvl="1"/>
            <a:endParaRPr lang="en-GB" dirty="0" smtClean="0"/>
          </a:p>
          <a:p>
            <a:pPr lvl="2">
              <a:buNone/>
            </a:pPr>
            <a:endParaRPr lang="en-GB" i="1" dirty="0" smtClean="0"/>
          </a:p>
          <a:p>
            <a:pPr lvl="2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516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501030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Digital input</a:t>
            </a:r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547911" y="1563638"/>
            <a:ext cx="4384129" cy="2952328"/>
            <a:chOff x="1043608" y="1563638"/>
            <a:chExt cx="4384129" cy="2952328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563638"/>
              <a:ext cx="1476375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1565118"/>
              <a:ext cx="1647825" cy="295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2555776" y="1563638"/>
              <a:ext cx="1152128" cy="2894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15615" y="180441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ADC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0375" y="3435846"/>
            <a:ext cx="2120528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LED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9448" y="235572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SW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2240" y="3651870"/>
            <a:ext cx="432048" cy="318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660232" y="3867894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9448" y="1566672"/>
            <a:ext cx="2120528" cy="200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SW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01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20072" y="46594"/>
            <a:ext cx="3038649" cy="4886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Tutorial overview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Initialise</a:t>
            </a:r>
          </a:p>
          <a:p>
            <a:r>
              <a:rPr lang="en-GB" dirty="0" smtClean="0"/>
              <a:t>Do forever</a:t>
            </a:r>
          </a:p>
          <a:p>
            <a:pPr lvl="1"/>
            <a:r>
              <a:rPr lang="en-GB" dirty="0" smtClean="0"/>
              <a:t>Read ADC</a:t>
            </a:r>
          </a:p>
          <a:p>
            <a:pPr lvl="1"/>
            <a:r>
              <a:rPr lang="en-GB" dirty="0" smtClean="0"/>
              <a:t>Determine if switch state changed</a:t>
            </a:r>
          </a:p>
          <a:p>
            <a:pPr lvl="1"/>
            <a:r>
              <a:rPr lang="en-GB" dirty="0" smtClean="0"/>
              <a:t>Set state of LEDs – left or right</a:t>
            </a:r>
          </a:p>
          <a:p>
            <a:pPr lvl="1"/>
            <a:r>
              <a:rPr lang="en-GB" dirty="0" smtClean="0"/>
              <a:t>Wait</a:t>
            </a:r>
          </a:p>
          <a:p>
            <a:r>
              <a:rPr lang="en-GB" dirty="0" smtClean="0"/>
              <a:t>Loop</a:t>
            </a:r>
          </a:p>
          <a:p>
            <a:pPr lvl="1">
              <a:buNone/>
            </a:pPr>
            <a:endParaRPr lang="en-GB" dirty="0" smtClean="0"/>
          </a:p>
          <a:p>
            <a:pPr lvl="1">
              <a:buNone/>
            </a:pPr>
            <a:endParaRPr lang="en-GB" dirty="0" smtClean="0"/>
          </a:p>
        </p:txBody>
      </p:sp>
      <p:sp>
        <p:nvSpPr>
          <p:cNvPr id="4" name="Flowchart: Alternate Process 3"/>
          <p:cNvSpPr/>
          <p:nvPr/>
        </p:nvSpPr>
        <p:spPr>
          <a:xfrm>
            <a:off x="5573202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73202" y="91556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Flash an LED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6365290" y="69954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8" idx="0"/>
          </p:cNvCxnSpPr>
          <p:nvPr/>
        </p:nvCxnSpPr>
        <p:spPr>
          <a:xfrm>
            <a:off x="6360820" y="2235200"/>
            <a:ext cx="4471" cy="264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Alternate Process 21"/>
          <p:cNvSpPr/>
          <p:nvPr/>
        </p:nvSpPr>
        <p:spPr>
          <a:xfrm>
            <a:off x="5573202" y="444395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Wait 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33" name="Flowchart: Alternate Process 32"/>
          <p:cNvSpPr/>
          <p:nvPr/>
        </p:nvSpPr>
        <p:spPr>
          <a:xfrm>
            <a:off x="7164288" y="3795886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State of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360236" y="2650356"/>
            <a:ext cx="10109" cy="1788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8" idx="3"/>
            <a:endCxn id="33" idx="0"/>
          </p:cNvCxnSpPr>
          <p:nvPr/>
        </p:nvCxnSpPr>
        <p:spPr>
          <a:xfrm>
            <a:off x="7044223" y="2787774"/>
            <a:ext cx="624121" cy="100811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3" idx="2"/>
            <a:endCxn id="22" idx="3"/>
          </p:cNvCxnSpPr>
          <p:nvPr/>
        </p:nvCxnSpPr>
        <p:spPr>
          <a:xfrm rot="5400000">
            <a:off x="7178835" y="4134469"/>
            <a:ext cx="468052" cy="5109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084168" y="3219822"/>
            <a:ext cx="524182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Left</a:t>
            </a:r>
            <a:endParaRPr lang="en-GB" dirty="0"/>
          </a:p>
        </p:txBody>
      </p:sp>
      <p:sp>
        <p:nvSpPr>
          <p:cNvPr id="50" name="TextBox 49"/>
          <p:cNvSpPr txBox="1"/>
          <p:nvPr/>
        </p:nvSpPr>
        <p:spPr>
          <a:xfrm>
            <a:off x="7438058" y="2400548"/>
            <a:ext cx="641073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Right</a:t>
            </a:r>
            <a:endParaRPr lang="en-GB" dirty="0"/>
          </a:p>
        </p:txBody>
      </p:sp>
      <p:sp>
        <p:nvSpPr>
          <p:cNvPr id="32" name="Flowchart: Alternate Process 31"/>
          <p:cNvSpPr/>
          <p:nvPr/>
        </p:nvSpPr>
        <p:spPr>
          <a:xfrm>
            <a:off x="5573202" y="150051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Do Forever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0800000">
            <a:off x="5580112" y="1707654"/>
            <a:ext cx="12700" cy="2943448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372200" y="127560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19"/>
          <p:cNvSpPr/>
          <p:nvPr/>
        </p:nvSpPr>
        <p:spPr>
          <a:xfrm>
            <a:off x="5868144" y="3795886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State of LEDs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5686358" y="2499742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Switch state changed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21" name="Flowchart: Alternate Process 20"/>
          <p:cNvSpPr/>
          <p:nvPr/>
        </p:nvSpPr>
        <p:spPr>
          <a:xfrm>
            <a:off x="5580112" y="200456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err="1" smtClean="0">
                <a:solidFill>
                  <a:schemeClr val="tx1"/>
                </a:solidFill>
              </a:rPr>
              <a:t>ReadADC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79110" y="177966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8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r>
              <a:rPr lang="en-GB" dirty="0" smtClean="0"/>
              <a:t>Switches &amp; resistors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0768" y="1199484"/>
            <a:ext cx="5328592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PORTA-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#:  -7---6---5---4---3---2---1---0-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 -----------------SW----------ADC-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PORTB-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#:  -7---6---5---4---3---2---1---0-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 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PORTC-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#:  -7---6---5---4---3---2---1---0-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  ---------------LED--LED-LED LED-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PORTE-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#:  -7---6---5---4---3---2---1---0-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  ----------------MCLR-------------</a:t>
            </a: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------------------------SW--------------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33207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85000" lnSpcReduction="20000"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/>
              <a:t>Part 7 – make the LEDs flash in a sequence with reverse</a:t>
            </a:r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2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11974</TotalTime>
  <Words>642</Words>
  <Application>Microsoft Office PowerPoint</Application>
  <PresentationFormat>On-screen Show (16:9)</PresentationFormat>
  <Paragraphs>148</Paragraphs>
  <Slides>14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Pulling it all together </vt:lpstr>
      <vt:lpstr>Digital input</vt:lpstr>
      <vt:lpstr>Tutorial overview</vt:lpstr>
      <vt:lpstr>Hardware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742</cp:revision>
  <dcterms:created xsi:type="dcterms:W3CDTF">2019-01-08T20:03:06Z</dcterms:created>
  <dcterms:modified xsi:type="dcterms:W3CDTF">2025-11-24T16:52:50Z</dcterms:modified>
</cp:coreProperties>
</file>