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94" r:id="rId2"/>
    <p:sldId id="256" r:id="rId3"/>
    <p:sldId id="295" r:id="rId4"/>
    <p:sldId id="323" r:id="rId5"/>
    <p:sldId id="296" r:id="rId6"/>
    <p:sldId id="282" r:id="rId7"/>
    <p:sldId id="291" r:id="rId8"/>
    <p:sldId id="321" r:id="rId9"/>
    <p:sldId id="322" r:id="rId10"/>
    <p:sldId id="306" r:id="rId11"/>
    <p:sldId id="309" r:id="rId12"/>
    <p:sldId id="308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0" r:id="rId22"/>
    <p:sldId id="287" r:id="rId23"/>
    <p:sldId id="288" r:id="rId24"/>
    <p:sldId id="305" r:id="rId25"/>
    <p:sldId id="304" r:id="rId26"/>
    <p:sldId id="319" r:id="rId27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85" d="100"/>
          <a:sy n="85" d="100"/>
        </p:scale>
        <p:origin x="-2370" y="-108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23/11/2025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200" units="cm"/>
        </inkml:traceFormat>
        <inkml:channelProperties>
          <inkml:channelProperty channel="X" name="resolution" value="74.13127" units="1/cm"/>
          <inkml:channelProperty channel="Y" name="resolution" value="37.03704" units="1/cm"/>
        </inkml:channelProperties>
      </inkml:inkSource>
      <inkml:timestamp xml:id="ts0" timeString="2020-11-01T11:39:17.936"/>
    </inkml:context>
    <inkml:brush xml:id="br0">
      <inkml:brushProperty name="width" value="0.03528" units="cm"/>
      <inkml:brushProperty name="height" value="0.03528" units="cm"/>
      <inkml:brushProperty name="fitToCurve" value="1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23/11/2025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23/11/2025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4 – sequence the LEDs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/>
              <a:t>Part 4 – sequence the LEDs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36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868144" y="4384422"/>
            <a:ext cx="599920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11/23/2025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36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1176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65555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59960" t="35915"/>
          <a:stretch/>
        </p:blipFill>
        <p:spPr bwMode="auto">
          <a:xfrm>
            <a:off x="4716016" y="2584450"/>
            <a:ext cx="3489960" cy="1949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6876256" y="2787774"/>
            <a:ext cx="1547664" cy="1512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5580112" y="2525514"/>
            <a:ext cx="1368152" cy="622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5262563" y="2986089"/>
            <a:ext cx="2381250" cy="95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707654"/>
            <a:ext cx="2120528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ADC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dirty="0" smtClean="0">
                <a:solidFill>
                  <a:schemeClr val="tx1"/>
                </a:solidFill>
              </a:rPr>
              <a:t>LED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65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1635646"/>
            <a:ext cx="532859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</a:p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'' 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----------------------------ADC--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------------------PORTC-----------------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 IO:    ---------------LED--LED-LED-LED--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''-----------------------------------------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51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Time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</a:t>
            </a:r>
            <a:r>
              <a:rPr lang="en-GB" dirty="0" err="1" smtClean="0"/>
              <a:t>tutoral</a:t>
            </a:r>
            <a:r>
              <a:rPr lang="en-GB" dirty="0" smtClean="0"/>
              <a:t> combines previous tutorials by using the </a:t>
            </a:r>
            <a:r>
              <a:rPr lang="en-GB" dirty="0" err="1" smtClean="0"/>
              <a:t>Analog</a:t>
            </a:r>
            <a:r>
              <a:rPr lang="en-GB" dirty="0" smtClean="0"/>
              <a:t>-to-Digital Converter (ADC) to control the speed of rotation.</a:t>
            </a:r>
          </a:p>
          <a:p>
            <a:pPr lvl="1"/>
            <a:r>
              <a:rPr lang="en-GB" dirty="0" smtClean="0"/>
              <a:t>Where speed is a time delay</a:t>
            </a:r>
          </a:p>
          <a:p>
            <a:pPr lvl="2"/>
            <a:r>
              <a:rPr lang="en-GB" dirty="0" smtClean="0"/>
              <a:t>us, 10us, ms, 10ms, s, m or h</a:t>
            </a:r>
          </a:p>
          <a:p>
            <a:pPr lvl="2"/>
            <a:endParaRPr lang="en-GB" dirty="0" smtClean="0"/>
          </a:p>
          <a:p>
            <a:pPr lvl="2">
              <a:buNone/>
            </a:pPr>
            <a:r>
              <a:rPr lang="en-GB" dirty="0" smtClean="0"/>
              <a:t>			wait </a:t>
            </a:r>
            <a:r>
              <a:rPr lang="en-GB" i="1" dirty="0" smtClean="0"/>
              <a:t>time unit</a:t>
            </a:r>
          </a:p>
          <a:p>
            <a:pPr lvl="2">
              <a:buNone/>
            </a:pPr>
            <a:r>
              <a:rPr lang="en-GB" i="1" dirty="0" smtClean="0"/>
              <a:t>			</a:t>
            </a:r>
            <a:r>
              <a:rPr lang="en-GB" b="1" i="1" dirty="0" smtClean="0"/>
              <a:t>wait 1 ms</a:t>
            </a:r>
            <a:r>
              <a:rPr lang="en-GB" i="1" dirty="0" smtClean="0"/>
              <a:t>	</a:t>
            </a:r>
          </a:p>
          <a:p>
            <a:pPr lvl="2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800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360" y="195487"/>
            <a:ext cx="1167210" cy="139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9552" y="1689938"/>
            <a:ext cx="7056784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GCBASIC completes the initialisation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Create a variable to store the ADC results </a:t>
            </a:r>
          </a:p>
          <a:p>
            <a:pPr marL="342900" indent="-342900">
              <a:buFont typeface="+mj-lt"/>
              <a:buAutoNum type="arabicPeriod"/>
            </a:pPr>
            <a:endParaRPr lang="en-GB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GB" sz="1600" dirty="0" smtClean="0"/>
              <a:t>Read the ADC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sz="1600" dirty="0" smtClean="0"/>
              <a:t>GCBASIC makes the process easy via the ReadAD12()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sz="1600" dirty="0" smtClean="0"/>
              <a:t>ReadAD12 returns a value of 0 to 4095</a:t>
            </a:r>
          </a:p>
          <a:p>
            <a:pPr marL="825368" lvl="1" indent="-400050">
              <a:buFont typeface="+mj-lt"/>
              <a:buAutoNum type="romanUcPeriod"/>
            </a:pPr>
            <a:endParaRPr lang="en-GB" sz="1600" dirty="0" smtClean="0"/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Wait for a time period  based on returned ADC value</a:t>
            </a:r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Set the LEDs</a:t>
            </a:r>
          </a:p>
          <a:p>
            <a:pPr marL="400050" indent="-400050">
              <a:buFont typeface="+mj-lt"/>
              <a:buAutoNum type="arabicPeriod"/>
            </a:pPr>
            <a:r>
              <a:rPr lang="en-GB" sz="1600" dirty="0" smtClean="0"/>
              <a:t>Do it again….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84196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67258" y="51470"/>
            <a:ext cx="3406003" cy="49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Wait</a:t>
            </a:r>
            <a:endParaRPr lang="en-GB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5508104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08104" y="98757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5508104" y="228371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Wait for a Delay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508104" y="42999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8" name="Flowchart: Decision 7"/>
          <p:cNvSpPr/>
          <p:nvPr/>
        </p:nvSpPr>
        <p:spPr>
          <a:xfrm>
            <a:off x="5621260" y="3507854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Did it overflow ?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00192" y="69954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300192" y="134761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00192" y="4083918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23"/>
          <p:cNvCxnSpPr>
            <a:stCxn id="7" idx="2"/>
            <a:endCxn id="21" idx="3"/>
          </p:cNvCxnSpPr>
          <p:nvPr/>
        </p:nvCxnSpPr>
        <p:spPr>
          <a:xfrm rot="5400000" flipH="1" flipV="1">
            <a:off x="5274078" y="2841780"/>
            <a:ext cx="2844316" cy="792088"/>
          </a:xfrm>
          <a:prstGeom prst="bentConnector4">
            <a:avLst>
              <a:gd name="adj1" fmla="val -803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89986" y="3787899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Alternate Process 13"/>
          <p:cNvSpPr/>
          <p:nvPr/>
        </p:nvSpPr>
        <p:spPr>
          <a:xfrm>
            <a:off x="5508104" y="293179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00192" y="264375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00192" y="3291830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86178" y="3530352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6416774" y="401649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815666"/>
            <a:ext cx="4762870" cy="3394472"/>
          </a:xfrm>
        </p:spPr>
        <p:txBody>
          <a:bodyPr/>
          <a:lstStyle/>
          <a:p>
            <a:r>
              <a:rPr lang="en-GB" dirty="0" smtClean="0"/>
              <a:t>Time delays are sometimes key to the operation of a program</a:t>
            </a:r>
            <a:endParaRPr lang="en-GB" dirty="0"/>
          </a:p>
        </p:txBody>
      </p:sp>
      <p:sp>
        <p:nvSpPr>
          <p:cNvPr id="21" name="Flowchart: Alternate Process 20"/>
          <p:cNvSpPr/>
          <p:nvPr/>
        </p:nvSpPr>
        <p:spPr>
          <a:xfrm>
            <a:off x="5508104" y="163564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 </a:t>
            </a:r>
            <a:r>
              <a:rPr lang="en-GB" sz="1000" b="1" dirty="0" smtClean="0">
                <a:solidFill>
                  <a:schemeClr val="tx1"/>
                </a:solidFill>
              </a:rPr>
              <a:t>12 bit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00192" y="199568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96336" y="1635646"/>
            <a:ext cx="110639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( 0 – 4095)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174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335068"/>
              </p:ext>
            </p:extLst>
          </p:nvPr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177040">
            <a:off x="2908742" y="3846525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9067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Oval 5"/>
          <p:cNvSpPr/>
          <p:nvPr/>
        </p:nvSpPr>
        <p:spPr>
          <a:xfrm>
            <a:off x="8099321" y="381905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879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Curved Down Arrow 9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956376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74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3074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63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812360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98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4098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661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Oval 7"/>
          <p:cNvSpPr/>
          <p:nvPr/>
        </p:nvSpPr>
        <p:spPr>
          <a:xfrm>
            <a:off x="7684816" y="381000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122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5122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442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val 6"/>
          <p:cNvSpPr/>
          <p:nvPr/>
        </p:nvSpPr>
        <p:spPr>
          <a:xfrm>
            <a:off x="7343825" y="372780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4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614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303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Rotate with Carry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5534" y="1340768"/>
          <a:ext cx="849694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846"/>
                <a:gridCol w="1379846"/>
                <a:gridCol w="1307222"/>
                <a:gridCol w="1307222"/>
                <a:gridCol w="1307222"/>
                <a:gridCol w="1815587"/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LEDD4</a:t>
                      </a:r>
                      <a:r>
                        <a:rPr lang="en-GB" baseline="0" dirty="0" smtClean="0"/>
                        <a:t> = C.4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LEDD0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CARRY</a:t>
                      </a:r>
                      <a:r>
                        <a:rPr lang="en-GB" baseline="0" dirty="0" smtClean="0"/>
                        <a:t> = SREG.0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Rotate(shift)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smtClean="0"/>
                        <a:t>1</a:t>
                      </a:r>
                      <a:endParaRPr lang="en-GB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Restart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/>
                        <a:t>Rotate(shift)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urved Down Arrow 4"/>
          <p:cNvSpPr/>
          <p:nvPr/>
        </p:nvSpPr>
        <p:spPr>
          <a:xfrm rot="1177040">
            <a:off x="2836735" y="161427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Curved Down Arrow 5"/>
          <p:cNvSpPr/>
          <p:nvPr/>
        </p:nvSpPr>
        <p:spPr>
          <a:xfrm rot="1177040">
            <a:off x="4132879" y="197431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Curved Down Arrow 6"/>
          <p:cNvSpPr/>
          <p:nvPr/>
        </p:nvSpPr>
        <p:spPr>
          <a:xfrm rot="1177040">
            <a:off x="5501030" y="2334357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Curved Down Arrow 7"/>
          <p:cNvSpPr/>
          <p:nvPr/>
        </p:nvSpPr>
        <p:spPr>
          <a:xfrm rot="1177040">
            <a:off x="6725168" y="2694396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Curved Down Arrow 8"/>
          <p:cNvSpPr/>
          <p:nvPr/>
        </p:nvSpPr>
        <p:spPr>
          <a:xfrm rot="1177040">
            <a:off x="2908742" y="3846525"/>
            <a:ext cx="864096" cy="53620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256" y="0"/>
            <a:ext cx="2356123" cy="76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val 10"/>
          <p:cNvSpPr/>
          <p:nvPr/>
        </p:nvSpPr>
        <p:spPr>
          <a:xfrm>
            <a:off x="8081392" y="369952"/>
            <a:ext cx="72008" cy="7200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17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3537188" y="43165713"/>
              <a:ext cx="0" cy="0"/>
            </p14:xfrm>
          </p:contentPart>
        </mc:Choice>
        <mc:Fallback xmlns="">
          <p:pic>
            <p:nvPicPr>
              <p:cNvPr id="717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188" y="4316571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044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67258" y="51470"/>
            <a:ext cx="3406003" cy="49685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Carry Test</a:t>
            </a:r>
            <a:endParaRPr lang="en-GB" dirty="0"/>
          </a:p>
        </p:txBody>
      </p:sp>
      <p:sp>
        <p:nvSpPr>
          <p:cNvPr id="4" name="Flowchart: Alternate Process 3"/>
          <p:cNvSpPr/>
          <p:nvPr/>
        </p:nvSpPr>
        <p:spPr>
          <a:xfrm>
            <a:off x="5508104" y="33950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5" name="Flowchart: Alternate Process 4"/>
          <p:cNvSpPr/>
          <p:nvPr/>
        </p:nvSpPr>
        <p:spPr>
          <a:xfrm>
            <a:off x="5508104" y="98757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5508104" y="2283718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for a Delay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508104" y="42999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8" name="Flowchart: Decision 7"/>
          <p:cNvSpPr/>
          <p:nvPr/>
        </p:nvSpPr>
        <p:spPr>
          <a:xfrm>
            <a:off x="5621260" y="3507854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Did it overflow ?</a:t>
            </a:r>
            <a:endParaRPr lang="en-GB" sz="10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6300192" y="69954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300192" y="134761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6300192" y="4083918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23"/>
          <p:cNvCxnSpPr>
            <a:stCxn id="7" idx="2"/>
            <a:endCxn id="21" idx="3"/>
          </p:cNvCxnSpPr>
          <p:nvPr/>
        </p:nvCxnSpPr>
        <p:spPr>
          <a:xfrm rot="5400000" flipH="1" flipV="1">
            <a:off x="5274078" y="2841780"/>
            <a:ext cx="2844316" cy="792088"/>
          </a:xfrm>
          <a:prstGeom prst="bentConnector4">
            <a:avLst>
              <a:gd name="adj1" fmla="val -803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989986" y="3787899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Alternate Process 13"/>
          <p:cNvSpPr/>
          <p:nvPr/>
        </p:nvSpPr>
        <p:spPr>
          <a:xfrm>
            <a:off x="5508104" y="293179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300192" y="2643758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300192" y="3291830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86178" y="3530352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18" name="TextBox 17"/>
          <p:cNvSpPr txBox="1"/>
          <p:nvPr/>
        </p:nvSpPr>
        <p:spPr>
          <a:xfrm>
            <a:off x="6416774" y="4016499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815666"/>
            <a:ext cx="4762870" cy="3394472"/>
          </a:xfrm>
        </p:spPr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Did </a:t>
            </a:r>
            <a:r>
              <a:rPr lang="en-GB" dirty="0">
                <a:solidFill>
                  <a:schemeClr val="tx1"/>
                </a:solidFill>
              </a:rPr>
              <a:t>it overflow ?</a:t>
            </a:r>
          </a:p>
          <a:p>
            <a:endParaRPr lang="en-GB" dirty="0" smtClean="0"/>
          </a:p>
          <a:p>
            <a:r>
              <a:rPr lang="en-GB" dirty="0" smtClean="0"/>
              <a:t>If</a:t>
            </a:r>
            <a:r>
              <a:rPr lang="en-GB" b="1" dirty="0" smtClean="0"/>
              <a:t> </a:t>
            </a:r>
            <a:r>
              <a:rPr lang="en-GB" b="1" dirty="0"/>
              <a:t>C </a:t>
            </a:r>
            <a:r>
              <a:rPr lang="en-GB" dirty="0"/>
              <a:t>= 1 </a:t>
            </a:r>
            <a:r>
              <a:rPr lang="en-GB" dirty="0" smtClean="0"/>
              <a:t>then .. Or other test condition</a:t>
            </a:r>
            <a:endParaRPr lang="en-GB" dirty="0"/>
          </a:p>
          <a:p>
            <a:endParaRPr lang="en-GB" dirty="0"/>
          </a:p>
        </p:txBody>
      </p:sp>
      <p:sp>
        <p:nvSpPr>
          <p:cNvPr id="21" name="Flowchart: Alternate Process 20"/>
          <p:cNvSpPr/>
          <p:nvPr/>
        </p:nvSpPr>
        <p:spPr>
          <a:xfrm>
            <a:off x="5508104" y="163564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 12 bit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6300192" y="1995686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96336" y="1635646"/>
            <a:ext cx="11769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( 0 – 4095 )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90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5350850" y="0"/>
            <a:ext cx="3406003" cy="51485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smtClean="0"/>
              <a:t>Scale</a:t>
            </a:r>
            <a:endParaRPr lang="en-GB" dirty="0"/>
          </a:p>
        </p:txBody>
      </p:sp>
      <p:sp>
        <p:nvSpPr>
          <p:cNvPr id="6" name="Flowchart: Alternate Process 5"/>
          <p:cNvSpPr/>
          <p:nvPr/>
        </p:nvSpPr>
        <p:spPr>
          <a:xfrm>
            <a:off x="5519624" y="256032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b="1" dirty="0" smtClean="0">
                <a:solidFill>
                  <a:schemeClr val="tx1"/>
                </a:solidFill>
              </a:rPr>
              <a:t>Scale()</a:t>
            </a:r>
            <a:endParaRPr lang="en-GB" sz="1000" b="1" dirty="0">
              <a:solidFill>
                <a:schemeClr val="tx1"/>
              </a:solidFill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528" y="1918630"/>
            <a:ext cx="4762870" cy="3394472"/>
          </a:xfrm>
        </p:spPr>
        <p:txBody>
          <a:bodyPr/>
          <a:lstStyle/>
          <a:p>
            <a:r>
              <a:rPr lang="en-GB" dirty="0" smtClean="0"/>
              <a:t>Scale transforms an existing value to a new value within a specified scale</a:t>
            </a:r>
            <a:endParaRPr lang="en-GB" dirty="0"/>
          </a:p>
        </p:txBody>
      </p:sp>
      <p:sp>
        <p:nvSpPr>
          <p:cNvPr id="23" name="Flowchart: Alternate Process 22"/>
          <p:cNvSpPr/>
          <p:nvPr/>
        </p:nvSpPr>
        <p:spPr>
          <a:xfrm>
            <a:off x="5508104" y="51470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Initialise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4" name="Flowchart: Alternate Process 23"/>
          <p:cNvSpPr/>
          <p:nvPr/>
        </p:nvSpPr>
        <p:spPr>
          <a:xfrm>
            <a:off x="5508104" y="699542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5" name="Flowchart: Alternate Process 24"/>
          <p:cNvSpPr/>
          <p:nvPr/>
        </p:nvSpPr>
        <p:spPr>
          <a:xfrm>
            <a:off x="5508104" y="199568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Wait for a Delay</a:t>
            </a: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26" name="Flowchart: Alternate Process 25"/>
          <p:cNvSpPr/>
          <p:nvPr/>
        </p:nvSpPr>
        <p:spPr>
          <a:xfrm>
            <a:off x="5508104" y="4515966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Set  1</a:t>
            </a:r>
            <a:r>
              <a:rPr lang="en-GB" sz="1000" baseline="30000" dirty="0" smtClean="0">
                <a:solidFill>
                  <a:schemeClr val="tx1"/>
                </a:solidFill>
              </a:rPr>
              <a:t>st</a:t>
            </a:r>
            <a:r>
              <a:rPr lang="en-GB" sz="1000" dirty="0" smtClean="0">
                <a:solidFill>
                  <a:schemeClr val="tx1"/>
                </a:solidFill>
              </a:rPr>
              <a:t> LED</a:t>
            </a:r>
          </a:p>
        </p:txBody>
      </p:sp>
      <p:sp>
        <p:nvSpPr>
          <p:cNvPr id="27" name="Flowchart: Decision 26"/>
          <p:cNvSpPr/>
          <p:nvPr/>
        </p:nvSpPr>
        <p:spPr>
          <a:xfrm>
            <a:off x="5621260" y="3723878"/>
            <a:ext cx="1357865" cy="57606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Did it overflow ?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6300192" y="411510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300192" y="1059582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300192" y="4299942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23"/>
          <p:cNvCxnSpPr>
            <a:stCxn id="26" idx="2"/>
            <a:endCxn id="38" idx="3"/>
          </p:cNvCxnSpPr>
          <p:nvPr/>
        </p:nvCxnSpPr>
        <p:spPr>
          <a:xfrm rot="5400000" flipH="1" flipV="1">
            <a:off x="5022050" y="2805776"/>
            <a:ext cx="3348372" cy="792088"/>
          </a:xfrm>
          <a:prstGeom prst="bentConnector4">
            <a:avLst>
              <a:gd name="adj1" fmla="val -6827"/>
              <a:gd name="adj2" fmla="val 12886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989986" y="4003923"/>
            <a:ext cx="32385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Alternate Process 32"/>
          <p:cNvSpPr/>
          <p:nvPr/>
        </p:nvSpPr>
        <p:spPr>
          <a:xfrm>
            <a:off x="5508104" y="314781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Rotate the LEDs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6300192" y="2362200"/>
            <a:ext cx="1548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300192" y="3507854"/>
            <a:ext cx="1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86178" y="3746376"/>
            <a:ext cx="335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No</a:t>
            </a:r>
            <a:endParaRPr lang="en-GB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6416774" y="4232523"/>
            <a:ext cx="360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 smtClean="0"/>
              <a:t>Yes</a:t>
            </a:r>
            <a:endParaRPr lang="en-GB" sz="1000" dirty="0"/>
          </a:p>
        </p:txBody>
      </p:sp>
      <p:sp>
        <p:nvSpPr>
          <p:cNvPr id="38" name="Flowchart: Alternate Process 37"/>
          <p:cNvSpPr/>
          <p:nvPr/>
        </p:nvSpPr>
        <p:spPr>
          <a:xfrm>
            <a:off x="5508104" y="1347614"/>
            <a:ext cx="1584176" cy="360040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 smtClean="0">
                <a:solidFill>
                  <a:schemeClr val="tx1"/>
                </a:solidFill>
              </a:rPr>
              <a:t>Read ADC</a:t>
            </a:r>
            <a:endParaRPr lang="en-GB" sz="100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6300192" y="1707654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6300192" y="2931790"/>
            <a:ext cx="1548" cy="2095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596336" y="2571750"/>
            <a:ext cx="11983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( 50 – 1000)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446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r>
              <a:rPr lang="en-GB" dirty="0" smtClean="0"/>
              <a:t>Read the ADC to set the LEDs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A Word variable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r>
              <a:rPr lang="en-GB" dirty="0" smtClean="0"/>
              <a:t>Rotate</a:t>
            </a:r>
          </a:p>
          <a:p>
            <a:pPr lvl="1"/>
            <a:r>
              <a:rPr lang="en-GB" dirty="0" smtClean="0"/>
              <a:t>Bitwise mask</a:t>
            </a:r>
          </a:p>
          <a:p>
            <a:pPr lvl="1"/>
            <a:r>
              <a:rPr lang="en-GB" dirty="0" smtClean="0"/>
              <a:t>Scale()</a:t>
            </a:r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3998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/>
              <a:t>Part 4 – sequence the LEDs</a:t>
            </a:r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880" y="397499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PIC16F19175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136" y="3943142"/>
            <a:ext cx="1384038" cy="11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302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59964"/>
            <a:ext cx="3816424" cy="494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0912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13234</TotalTime>
  <Words>1178</Words>
  <Application>Microsoft Office PowerPoint</Application>
  <PresentationFormat>On-screen Show (16:9)</PresentationFormat>
  <Paragraphs>516</Paragraphs>
  <Slides>26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Hardware</vt:lpstr>
      <vt:lpstr>Hardware</vt:lpstr>
      <vt:lpstr>Time</vt:lpstr>
      <vt:lpstr>Analog-to-Digital</vt:lpstr>
      <vt:lpstr>Wait</vt:lpstr>
      <vt:lpstr>Rotate with Carry</vt:lpstr>
      <vt:lpstr>Rotate with Carry</vt:lpstr>
      <vt:lpstr>Rotate with Carry</vt:lpstr>
      <vt:lpstr>Rotate with Carry</vt:lpstr>
      <vt:lpstr>Rotate with Carry</vt:lpstr>
      <vt:lpstr>Rotate with Carry</vt:lpstr>
      <vt:lpstr>Rotate with Carry</vt:lpstr>
      <vt:lpstr>Carry Test</vt:lpstr>
      <vt:lpstr>Scale</vt:lpstr>
      <vt:lpstr>Workshop</vt:lpstr>
      <vt:lpstr>PowerPoint Presentation</vt:lpstr>
      <vt:lpstr>Videos...</vt:lpstr>
      <vt:lpstr>GCBASIC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738</cp:revision>
  <dcterms:created xsi:type="dcterms:W3CDTF">2019-01-08T20:03:06Z</dcterms:created>
  <dcterms:modified xsi:type="dcterms:W3CDTF">2025-11-23T11:41:50Z</dcterms:modified>
</cp:coreProperties>
</file>