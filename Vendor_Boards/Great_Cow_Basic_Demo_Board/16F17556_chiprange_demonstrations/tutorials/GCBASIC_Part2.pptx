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94" r:id="rId2"/>
    <p:sldId id="256" r:id="rId3"/>
    <p:sldId id="295" r:id="rId4"/>
    <p:sldId id="300" r:id="rId5"/>
    <p:sldId id="296" r:id="rId6"/>
    <p:sldId id="301" r:id="rId7"/>
    <p:sldId id="291" r:id="rId8"/>
    <p:sldId id="302" r:id="rId9"/>
    <p:sldId id="304" r:id="rId10"/>
    <p:sldId id="298" r:id="rId11"/>
    <p:sldId id="287" r:id="rId12"/>
    <p:sldId id="288" r:id="rId13"/>
    <p:sldId id="297" r:id="rId14"/>
    <p:sldId id="299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/>
              <a:t>Part 2 – sequence the LEDs </a:t>
            </a:r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2 – sequence the LEDs 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11/14/2025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90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</a:t>
            </a:r>
            <a:r>
              <a:rPr lang="en-GB" dirty="0" smtClean="0"/>
              <a:t>PIC, AVR and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693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</a:t>
            </a:r>
            <a:r>
              <a:rPr lang="en-GB" dirty="0" smtClean="0"/>
              <a:t>GCSTUDIO software</a:t>
            </a:r>
          </a:p>
          <a:p>
            <a:pPr marL="778521" lvl="1" indent="-478483"/>
            <a:endParaRPr lang="en-GB" dirty="0"/>
          </a:p>
          <a:p>
            <a:pPr marL="778521" lvl="1" indent="-478483"/>
            <a:endParaRPr lang="en-GB" dirty="0" smtClean="0"/>
          </a:p>
          <a:p>
            <a:pPr marL="778521" lvl="1" indent="-478483"/>
            <a:endParaRPr lang="en-GB" dirty="0" smtClean="0"/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16F175xx </a:t>
            </a:r>
            <a:r>
              <a:rPr lang="en-GB" dirty="0" smtClean="0"/>
              <a:t>attached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7734"/>
            <a:ext cx="45339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1635646"/>
            <a:ext cx="532859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''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---------------LED--LED-LED-LED--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23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-419100"/>
            <a:ext cx="7974013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4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56856" y="911374"/>
            <a:ext cx="1938114" cy="4032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Make  four LEDs flash in a sequence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714006" y="987574"/>
            <a:ext cx="1805732" cy="3672408"/>
            <a:chOff x="3714006" y="987574"/>
            <a:chExt cx="1805732" cy="3672408"/>
          </a:xfrm>
        </p:grpSpPr>
        <p:sp>
          <p:nvSpPr>
            <p:cNvPr id="6" name="Flowchart: Alternate Process 5"/>
            <p:cNvSpPr/>
            <p:nvPr/>
          </p:nvSpPr>
          <p:spPr>
            <a:xfrm>
              <a:off x="3714006" y="987574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Initialise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Alternate Process 6"/>
            <p:cNvSpPr/>
            <p:nvPr/>
          </p:nvSpPr>
          <p:spPr>
            <a:xfrm>
              <a:off x="3714006" y="1635646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Set  1</a:t>
              </a:r>
              <a:r>
                <a:rPr lang="en-GB" sz="1000" baseline="30000" dirty="0" smtClean="0">
                  <a:solidFill>
                    <a:schemeClr val="tx1"/>
                  </a:solidFill>
                </a:rPr>
                <a:t>st</a:t>
              </a:r>
              <a:r>
                <a:rPr lang="en-GB" sz="1000" dirty="0" smtClean="0">
                  <a:solidFill>
                    <a:schemeClr val="tx1"/>
                  </a:solidFill>
                </a:rPr>
                <a:t> LED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Flowchart: Alternate Process 7"/>
            <p:cNvSpPr/>
            <p:nvPr/>
          </p:nvSpPr>
          <p:spPr>
            <a:xfrm>
              <a:off x="3714006" y="2283718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Delay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Flowchart: Alternate Process 8"/>
            <p:cNvSpPr/>
            <p:nvPr/>
          </p:nvSpPr>
          <p:spPr>
            <a:xfrm>
              <a:off x="3714006" y="4299942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Reset</a:t>
              </a:r>
            </a:p>
          </p:txBody>
        </p:sp>
        <p:sp>
          <p:nvSpPr>
            <p:cNvPr id="10" name="Flowchart: Decision 9"/>
            <p:cNvSpPr/>
            <p:nvPr/>
          </p:nvSpPr>
          <p:spPr>
            <a:xfrm>
              <a:off x="3827162" y="3507854"/>
              <a:ext cx="1357865" cy="576064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</a:rPr>
                <a:t>LEDPORT = </a:t>
              </a:r>
              <a:r>
                <a:rPr lang="en-GB" sz="900" dirty="0" smtClean="0">
                  <a:solidFill>
                    <a:schemeClr val="tx1"/>
                  </a:solidFill>
                </a:rPr>
                <a:t>O </a:t>
              </a:r>
              <a:r>
                <a:rPr lang="en-GB" sz="900" dirty="0" smtClean="0">
                  <a:solidFill>
                    <a:schemeClr val="tx1"/>
                  </a:solidFill>
                </a:rPr>
                <a:t>?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4506094" y="1347614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506094" y="1995686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506094" y="4083918"/>
              <a:ext cx="1" cy="216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9" idx="2"/>
              <a:endCxn id="8" idx="3"/>
            </p:cNvCxnSpPr>
            <p:nvPr/>
          </p:nvCxnSpPr>
          <p:spPr>
            <a:xfrm rot="5400000" flipH="1" flipV="1">
              <a:off x="3804016" y="3165816"/>
              <a:ext cx="2196244" cy="792088"/>
            </a:xfrm>
            <a:prstGeom prst="bentConnector4">
              <a:avLst>
                <a:gd name="adj1" fmla="val -10409"/>
                <a:gd name="adj2" fmla="val 12886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195888" y="3787899"/>
              <a:ext cx="32385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lowchart: Alternate Process 35"/>
            <p:cNvSpPr/>
            <p:nvPr/>
          </p:nvSpPr>
          <p:spPr>
            <a:xfrm>
              <a:off x="3714006" y="2931790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Rotate the </a:t>
              </a:r>
              <a:r>
                <a:rPr lang="en-GB" sz="1000" dirty="0" smtClean="0">
                  <a:solidFill>
                    <a:schemeClr val="tx1"/>
                  </a:solidFill>
                </a:rPr>
                <a:t>LEDPORT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506094" y="2643758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506094" y="3291830"/>
              <a:ext cx="1" cy="216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092080" y="3530352"/>
              <a:ext cx="3353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 smtClean="0"/>
                <a:t>No</a:t>
              </a:r>
              <a:endParaRPr lang="en-GB" sz="1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22676" y="401649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 smtClean="0"/>
                <a:t>Yes</a:t>
              </a:r>
              <a:endParaRPr lang="en-GB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454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r>
              <a:rPr lang="en-GB" dirty="0" smtClean="0"/>
              <a:t>Rotate  the LEDs with a delay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The register PORTC </a:t>
            </a:r>
            <a:r>
              <a:rPr lang="en-GB" dirty="0" smtClean="0"/>
              <a:t>LEDs via a constant</a:t>
            </a:r>
            <a:endParaRPr lang="en-GB" dirty="0" smtClean="0"/>
          </a:p>
          <a:p>
            <a:pPr lvl="1"/>
            <a:r>
              <a:rPr lang="en-GB" dirty="0" smtClean="0"/>
              <a:t>Rotate command()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2 – sequence the LEDs 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49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11780</TotalTime>
  <Words>557</Words>
  <Application>Microsoft Office PowerPoint</Application>
  <PresentationFormat>On-screen Show (16:9)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PowerPoint Presentation</vt:lpstr>
      <vt:lpstr>Make  four LEDs flash in a sequence</vt:lpstr>
      <vt:lpstr>Workshop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726</cp:revision>
  <dcterms:created xsi:type="dcterms:W3CDTF">2019-01-08T20:03:06Z</dcterms:created>
  <dcterms:modified xsi:type="dcterms:W3CDTF">2025-11-14T11:06:43Z</dcterms:modified>
</cp:coreProperties>
</file>